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69" r:id="rId6"/>
    <p:sldId id="259" r:id="rId7"/>
    <p:sldId id="268" r:id="rId8"/>
    <p:sldId id="260" r:id="rId9"/>
    <p:sldId id="261" r:id="rId10"/>
    <p:sldId id="270" r:id="rId11"/>
    <p:sldId id="262" r:id="rId12"/>
    <p:sldId id="271" r:id="rId13"/>
    <p:sldId id="263" r:id="rId14"/>
    <p:sldId id="272" r:id="rId15"/>
    <p:sldId id="264" r:id="rId16"/>
    <p:sldId id="273" r:id="rId17"/>
    <p:sldId id="265" r:id="rId18"/>
    <p:sldId id="274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Browsers, Hosting, and Domains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Browser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web browser</a:t>
            </a:r>
            <a:r>
              <a:rPr lang="en-US" dirty="0"/>
              <a:t> is a software application used to </a:t>
            </a:r>
            <a:r>
              <a:rPr lang="en-US" b="1" dirty="0"/>
              <a:t>access, retrieve, and display web pages</a:t>
            </a:r>
            <a:r>
              <a:rPr lang="en-US" dirty="0"/>
              <a:t> from the internet.</a:t>
            </a:r>
          </a:p>
          <a:p>
            <a:r>
              <a:rPr dirty="0"/>
              <a:t>Examples: </a:t>
            </a:r>
            <a:endParaRPr lang="en-IN" dirty="0"/>
          </a:p>
          <a:p>
            <a:r>
              <a:rPr lang="en-IN" dirty="0"/>
              <a:t>Chrome</a:t>
            </a:r>
          </a:p>
          <a:p>
            <a:r>
              <a:rPr lang="en-IN" dirty="0"/>
              <a:t>Firefox</a:t>
            </a:r>
          </a:p>
          <a:p>
            <a:r>
              <a:rPr lang="en-IN" dirty="0"/>
              <a:t>Safari</a:t>
            </a:r>
          </a:p>
          <a:p>
            <a:r>
              <a:rPr lang="en-IN" dirty="0"/>
              <a:t>Edge</a:t>
            </a:r>
          </a:p>
          <a:p>
            <a:r>
              <a:rPr lang="en-IN" dirty="0"/>
              <a:t>Opera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02FC-25CB-A039-D405-B4512E4F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Browser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BBE71-03E1-3648-BF71-322401E9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Responsibilities of Browser</a:t>
            </a:r>
          </a:p>
          <a:p>
            <a:r>
              <a:rPr lang="en-IN" dirty="0"/>
              <a:t>Send requests to web server</a:t>
            </a:r>
          </a:p>
          <a:p>
            <a:r>
              <a:rPr lang="en-IN" dirty="0"/>
              <a:t>Receive html, </a:t>
            </a:r>
            <a:r>
              <a:rPr lang="en-IN" dirty="0" err="1"/>
              <a:t>css</a:t>
            </a:r>
            <a:r>
              <a:rPr lang="en-IN" dirty="0"/>
              <a:t>, </a:t>
            </a:r>
            <a:r>
              <a:rPr lang="en-IN" dirty="0" err="1"/>
              <a:t>javascript</a:t>
            </a:r>
            <a:r>
              <a:rPr lang="en-IN" dirty="0"/>
              <a:t> images</a:t>
            </a:r>
          </a:p>
          <a:p>
            <a:r>
              <a:rPr lang="en-IN" dirty="0"/>
              <a:t>Render content visually</a:t>
            </a:r>
          </a:p>
          <a:p>
            <a:r>
              <a:rPr lang="en-IN" dirty="0"/>
              <a:t>Execute </a:t>
            </a:r>
            <a:r>
              <a:rPr lang="en-IN" dirty="0" err="1"/>
              <a:t>Javascript</a:t>
            </a:r>
            <a:endParaRPr lang="en-IN" dirty="0"/>
          </a:p>
          <a:p>
            <a:r>
              <a:rPr lang="en-IN" dirty="0"/>
              <a:t>Ensure security (	HTTPS)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510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Rendering</a:t>
            </a:r>
            <a:r>
              <a:rPr lang="en-IN" dirty="0"/>
              <a:t> and steps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Process of converting HTML, CSS, JS into visual output</a:t>
            </a:r>
            <a:r>
              <a:rPr lang="en-IN" dirty="0"/>
              <a:t>.</a:t>
            </a:r>
          </a:p>
          <a:p>
            <a:r>
              <a:rPr lang="en-IN" sz="2000" dirty="0"/>
              <a:t>HTML → DOM</a:t>
            </a:r>
          </a:p>
          <a:p>
            <a:r>
              <a:rPr lang="en-IN" sz="2000" dirty="0"/>
              <a:t>CSS → CSSOM</a:t>
            </a:r>
          </a:p>
          <a:p>
            <a:r>
              <a:rPr lang="en-IN" sz="2000" dirty="0"/>
              <a:t>DOM + CSSOM → Render Tree</a:t>
            </a:r>
          </a:p>
          <a:p>
            <a:r>
              <a:rPr lang="en-IN" sz="2000" dirty="0"/>
              <a:t>Layout → Paint</a:t>
            </a:r>
          </a:p>
          <a:p>
            <a:endParaRPr lang="en-IN" dirty="0"/>
          </a:p>
          <a:p>
            <a:endParaRPr dirty="0"/>
          </a:p>
        </p:txBody>
      </p:sp>
      <p:pic>
        <p:nvPicPr>
          <p:cNvPr id="2050" name="Picture 2" descr="An Introduction to the Browser Rendering Pipeline">
            <a:extLst>
              <a:ext uri="{FF2B5EF4-FFF2-40B4-BE49-F238E27FC236}">
                <a16:creationId xmlns:a16="http://schemas.microsoft.com/office/drawing/2014/main" id="{A86CD914-5B45-0C4D-D9C5-A91360BA0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45" y="4080386"/>
            <a:ext cx="7452852" cy="250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9D62-A26D-4387-B87C-4A622B7E4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9594"/>
          </a:xfrm>
        </p:spPr>
        <p:txBody>
          <a:bodyPr>
            <a:normAutofit fontScale="90000"/>
          </a:bodyPr>
          <a:lstStyle/>
          <a:p>
            <a:r>
              <a:rPr lang="en-IN" dirty="0"/>
              <a:t>Rendering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8B47E-5B46-0E91-AA63-1866DADA3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4232"/>
            <a:ext cx="8229600" cy="56591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/>
              <a:t>1</a:t>
            </a:r>
            <a:r>
              <a:rPr lang="en-IN" sz="1600" b="1" dirty="0"/>
              <a:t>. HTML Parsing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	Browser reads HTML line by line  , Builds DOM (Document Object Model) tree</a:t>
            </a:r>
          </a:p>
          <a:p>
            <a:pPr marL="0" indent="0">
              <a:buNone/>
            </a:pPr>
            <a:r>
              <a:rPr lang="en-IN" sz="1600" b="1" dirty="0"/>
              <a:t>2. CSS Parsing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	Reads CSS files and styles, Creates CSSOM (CSS Object Model)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3. Render Tree Creation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	Combines DOM + CSSOM, Includes only visible elements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4. Layout (Reflow)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	Calculates size and position of elements, Determines where elements appear on screen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5. Painting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	</a:t>
            </a:r>
            <a:r>
              <a:rPr lang="en-IN" sz="1600" dirty="0" err="1"/>
              <a:t>Colors</a:t>
            </a:r>
            <a:r>
              <a:rPr lang="en-IN" sz="1600" dirty="0"/>
              <a:t>, borders, images are drawn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6. JavaScript Execution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	JS can modify DOM/CSS, May trigger reflow or repaint</a:t>
            </a:r>
          </a:p>
        </p:txBody>
      </p:sp>
    </p:spTree>
    <p:extLst>
      <p:ext uri="{BB962C8B-B14F-4D97-AF65-F5344CB8AC3E}">
        <p14:creationId xmlns:p14="http://schemas.microsoft.com/office/powerpoint/2010/main" val="237159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Rendering Steps</a:t>
            </a:r>
          </a:p>
        </p:txBody>
      </p:sp>
      <p:pic>
        <p:nvPicPr>
          <p:cNvPr id="3074" name="Picture 2" descr="Optimizing the Critical Rendering Path — SitePoint">
            <a:extLst>
              <a:ext uri="{FF2B5EF4-FFF2-40B4-BE49-F238E27FC236}">
                <a16:creationId xmlns:a16="http://schemas.microsoft.com/office/drawing/2014/main" id="{AC0337AD-D36E-3290-4CFD-08F79F539D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43665"/>
            <a:ext cx="7924800" cy="46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7AB8F-8AA3-3B23-D0C2-597F772E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Rendering Steps</a:t>
            </a:r>
          </a:p>
        </p:txBody>
      </p:sp>
      <p:pic>
        <p:nvPicPr>
          <p:cNvPr id="4098" name="Picture 2" descr="Render-tree Construction, Layout, and Paint | Articles | web.dev">
            <a:extLst>
              <a:ext uri="{FF2B5EF4-FFF2-40B4-BE49-F238E27FC236}">
                <a16:creationId xmlns:a16="http://schemas.microsoft.com/office/drawing/2014/main" id="{00360CB2-A424-363E-A9B0-4A5F396070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10813"/>
            <a:ext cx="8229600" cy="445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06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Developer Tools (</a:t>
            </a:r>
            <a:r>
              <a:rPr lang="en-US" dirty="0" err="1"/>
              <a:t>DevTools</a:t>
            </a:r>
            <a:r>
              <a:rPr lang="en-US" dirty="0"/>
              <a:t>) are built-in tools in browsers used to inspect, debug, and optimize web pages.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to Open </a:t>
            </a:r>
            <a:r>
              <a:rPr lang="en-US" dirty="0" err="1"/>
              <a:t>DevTools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Right click → Inspect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Keyboard: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F12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Ctrl + Shift + I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DevTools Tabs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	</a:t>
            </a:r>
            <a:r>
              <a:rPr dirty="0"/>
              <a:t>Elements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dirty="0"/>
              <a:t>Console</a:t>
            </a:r>
          </a:p>
          <a:p>
            <a:pPr marL="0" indent="0">
              <a:buNone/>
            </a:pPr>
            <a:r>
              <a:rPr lang="en-IN" dirty="0"/>
              <a:t>3. </a:t>
            </a:r>
            <a:r>
              <a:rPr dirty="0"/>
              <a:t>Network</a:t>
            </a:r>
          </a:p>
          <a:p>
            <a:pPr marL="0" indent="0">
              <a:buNone/>
            </a:pPr>
            <a:r>
              <a:rPr lang="en-IN" dirty="0"/>
              <a:t>5. </a:t>
            </a:r>
            <a:r>
              <a:rPr dirty="0"/>
              <a:t>Sources</a:t>
            </a:r>
          </a:p>
          <a:p>
            <a:pPr marL="0" indent="0">
              <a:buNone/>
            </a:pPr>
            <a:r>
              <a:rPr lang="en-IN" dirty="0"/>
              <a:t>6. </a:t>
            </a:r>
            <a:r>
              <a:rPr dirty="0"/>
              <a:t>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DA843-6EE1-50A8-9AB7-D10E31DD3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988"/>
            <a:ext cx="8229600" cy="65876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1. Elements Tab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View &amp; edit HTML and CSS, Live changes (temporary), Useful for layout debugging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2. Console Tab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Displays JavaScript errors, Run JS commands, Debug scripts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3. Network Tab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Shows all files loaded,  Measures loading time, Helps find slow resources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4. Sources Tab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View JavaScript files, Add breakpoints, Debug step-by-step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5. Application / Storage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Cookies, Local Storage, Session Storage</a:t>
            </a:r>
          </a:p>
        </p:txBody>
      </p:sp>
    </p:spTree>
    <p:extLst>
      <p:ext uri="{BB962C8B-B14F-4D97-AF65-F5344CB8AC3E}">
        <p14:creationId xmlns:p14="http://schemas.microsoft.com/office/powerpoint/2010/main" val="3661841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8085"/>
          </a:xfrm>
        </p:spPr>
        <p:txBody>
          <a:bodyPr>
            <a:normAutofit fontScale="90000"/>
          </a:bodyPr>
          <a:lstStyle/>
          <a:p>
            <a:r>
              <a:rPr dirty="0"/>
              <a:t>Web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1382"/>
            <a:ext cx="8229600" cy="5034782"/>
          </a:xfrm>
        </p:spPr>
        <p:txBody>
          <a:bodyPr>
            <a:normAutofit/>
          </a:bodyPr>
          <a:lstStyle/>
          <a:p>
            <a:r>
              <a:rPr lang="en-US" sz="2800" dirty="0"/>
              <a:t>Web hosting is a service that stores website files on a server and makes them accessible via the internet.</a:t>
            </a:r>
          </a:p>
          <a:p>
            <a:r>
              <a:rPr lang="en-US" sz="2800" dirty="0"/>
              <a:t>Websites must be available 24/7</a:t>
            </a:r>
          </a:p>
          <a:p>
            <a:r>
              <a:rPr lang="en-US" sz="2800" dirty="0"/>
              <a:t>Servers provide storage, bandwidth, security</a:t>
            </a:r>
            <a:endParaRPr sz="2800" dirty="0"/>
          </a:p>
        </p:txBody>
      </p:sp>
      <p:pic>
        <p:nvPicPr>
          <p:cNvPr id="5122" name="Picture 2" descr="Architecture of Cloud Computing - GeeksforGeeks">
            <a:extLst>
              <a:ext uri="{FF2B5EF4-FFF2-40B4-BE49-F238E27FC236}">
                <a16:creationId xmlns:a16="http://schemas.microsoft.com/office/drawing/2014/main" id="{118CA10B-2892-D31E-8BFD-7E54ECA76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3057832"/>
            <a:ext cx="8313174" cy="367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AE2F-D7C9-CADF-C099-D5303D67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How Web Hosting Works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726A-5CE1-D89C-119A-FD354E409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8698"/>
            <a:ext cx="8229600" cy="4877466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  <a:p>
            <a:r>
              <a:rPr lang="en-IN" dirty="0"/>
              <a:t>Website files stored on server</a:t>
            </a:r>
          </a:p>
          <a:p>
            <a:endParaRPr lang="en-IN" dirty="0"/>
          </a:p>
          <a:p>
            <a:r>
              <a:rPr lang="en-IN" dirty="0"/>
              <a:t>User enters domain name</a:t>
            </a:r>
          </a:p>
          <a:p>
            <a:endParaRPr lang="en-IN" dirty="0"/>
          </a:p>
          <a:p>
            <a:r>
              <a:rPr lang="en-IN" dirty="0"/>
              <a:t>Browser requests server</a:t>
            </a:r>
          </a:p>
          <a:p>
            <a:endParaRPr lang="en-IN" dirty="0"/>
          </a:p>
          <a:p>
            <a:r>
              <a:rPr lang="en-IN" dirty="0"/>
              <a:t>Server sends website data</a:t>
            </a:r>
          </a:p>
          <a:p>
            <a:endParaRPr lang="en-IN" dirty="0"/>
          </a:p>
          <a:p>
            <a:r>
              <a:rPr lang="en-IN" dirty="0"/>
              <a:t>Browser displays page</a:t>
            </a:r>
          </a:p>
        </p:txBody>
      </p:sp>
    </p:spTree>
    <p:extLst>
      <p:ext uri="{BB962C8B-B14F-4D97-AF65-F5344CB8AC3E}">
        <p14:creationId xmlns:p14="http://schemas.microsoft.com/office/powerpoint/2010/main" val="205374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0601"/>
          </a:xfrm>
        </p:spPr>
        <p:txBody>
          <a:bodyPr>
            <a:normAutofit fontScale="90000"/>
          </a:bodyPr>
          <a:lstStyle/>
          <a:p>
            <a:r>
              <a:rPr dirty="0"/>
              <a:t>Hosting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1884"/>
            <a:ext cx="8229600" cy="5309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Hosting Type</a:t>
            </a:r>
            <a:r>
              <a:rPr lang="en-US" dirty="0"/>
              <a:t>				</a:t>
            </a:r>
            <a:r>
              <a:rPr lang="en-US" b="1" dirty="0"/>
              <a:t>Description</a:t>
            </a:r>
          </a:p>
          <a:p>
            <a:r>
              <a:rPr lang="en-US" dirty="0"/>
              <a:t>Shared Hosting			Multiple websites 			</a:t>
            </a:r>
            <a:r>
              <a:rPr lang="en-US" sz="2400" dirty="0"/>
              <a:t>(Hostinger, </a:t>
            </a:r>
            <a:r>
              <a:rPr lang="en-US" sz="2400" dirty="0" err="1"/>
              <a:t>Godaddy</a:t>
            </a:r>
            <a:r>
              <a:rPr lang="en-US" sz="2400" dirty="0"/>
              <a:t>)</a:t>
            </a:r>
            <a:r>
              <a:rPr lang="en-US" dirty="0"/>
              <a:t>			share one server</a:t>
            </a:r>
          </a:p>
          <a:p>
            <a:r>
              <a:rPr lang="en-US" dirty="0"/>
              <a:t>VPS Hosting				Virtual private 				</a:t>
            </a:r>
            <a:r>
              <a:rPr lang="en-US" sz="2400" dirty="0"/>
              <a:t>(AWS EC2)</a:t>
            </a:r>
            <a:r>
              <a:rPr lang="en-US" dirty="0"/>
              <a:t>						resources</a:t>
            </a:r>
          </a:p>
          <a:p>
            <a:r>
              <a:rPr lang="en-US" dirty="0"/>
              <a:t>Dedicated Hosting		One server for one 			</a:t>
            </a:r>
            <a:r>
              <a:rPr lang="en-US" sz="1800" dirty="0"/>
              <a:t>(Bluehost)</a:t>
            </a:r>
            <a:r>
              <a:rPr lang="en-US" dirty="0"/>
              <a:t>						website</a:t>
            </a:r>
          </a:p>
          <a:p>
            <a:r>
              <a:rPr lang="en-US" dirty="0"/>
              <a:t>Cloud Hosting				Uses multiple servers</a:t>
            </a:r>
          </a:p>
          <a:p>
            <a:pPr marL="0" indent="0">
              <a:buNone/>
            </a:pPr>
            <a:r>
              <a:rPr lang="en-US" dirty="0"/>
              <a:t>   (</a:t>
            </a:r>
            <a:r>
              <a:rPr lang="en-US" sz="2000" dirty="0"/>
              <a:t>AWS cloud, IBM, Azure)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A4DF-34C5-91DB-E16F-A7489CA1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Realtime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B3D5-FD60-4C5E-BA44-E54934573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Shared Hosting → College websites, personal blogs</a:t>
            </a:r>
          </a:p>
          <a:p>
            <a:endParaRPr lang="en-IN" dirty="0"/>
          </a:p>
          <a:p>
            <a:r>
              <a:rPr lang="en-IN" dirty="0"/>
              <a:t>VPS Hosting → Startup websites, learning management systems</a:t>
            </a:r>
          </a:p>
          <a:p>
            <a:endParaRPr lang="en-IN" dirty="0"/>
          </a:p>
          <a:p>
            <a:r>
              <a:rPr lang="en-IN" dirty="0"/>
              <a:t>Dedicated Hosting → Banking systems, large e-commerce websites</a:t>
            </a:r>
          </a:p>
          <a:p>
            <a:endParaRPr lang="en-IN" dirty="0"/>
          </a:p>
          <a:p>
            <a:r>
              <a:rPr lang="en-IN" dirty="0"/>
              <a:t>Cloud Hosting → Netflix-like apps, scalable enterprise systems</a:t>
            </a:r>
          </a:p>
        </p:txBody>
      </p:sp>
    </p:spTree>
    <p:extLst>
      <p:ext uri="{BB962C8B-B14F-4D97-AF65-F5344CB8AC3E}">
        <p14:creationId xmlns:p14="http://schemas.microsoft.com/office/powerpoint/2010/main" val="2430109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Human-readable website address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Structure of a Domain Name (www.klh.edu.in)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Protocol: https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Subdomain: www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Domain name: klh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TLD: 	.in</a:t>
            </a:r>
            <a:br>
              <a:rPr lang="en-US" dirty="0"/>
            </a:br>
            <a:r>
              <a:rPr lang="en-US" dirty="0"/>
              <a:t>	SLD: 	.edu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933E1-DDFE-A819-4FF7-DB752C7A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38B4-C0E1-CA77-09DE-651830D8D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7188"/>
            <a:ext cx="8229600" cy="4788976"/>
          </a:xfrm>
        </p:spPr>
        <p:txBody>
          <a:bodyPr>
            <a:normAutofit/>
          </a:bodyPr>
          <a:lstStyle/>
          <a:p>
            <a:r>
              <a:rPr lang="en-US" dirty="0"/>
              <a:t>Top-Level Domains (TLDs):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.com  – Commercial</a:t>
            </a:r>
          </a:p>
          <a:p>
            <a:pPr marL="0" indent="0">
              <a:buNone/>
            </a:pPr>
            <a:r>
              <a:rPr lang="en-US" dirty="0"/>
              <a:t>		.org  –   Organization</a:t>
            </a:r>
          </a:p>
          <a:p>
            <a:pPr marL="0" indent="0">
              <a:buNone/>
            </a:pPr>
            <a:r>
              <a:rPr lang="en-US" dirty="0"/>
              <a:t>		.edu  –  Education</a:t>
            </a:r>
          </a:p>
          <a:p>
            <a:pPr marL="0" indent="0">
              <a:buNone/>
            </a:pPr>
            <a:r>
              <a:rPr lang="en-US" dirty="0"/>
              <a:t>		.gov  –   Government</a:t>
            </a:r>
          </a:p>
          <a:p>
            <a:pPr marL="0" indent="0">
              <a:buNone/>
            </a:pPr>
            <a:r>
              <a:rPr lang="en-US" dirty="0"/>
              <a:t>		.in    –     India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842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Converts domain names into IP addresses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Example: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google.com → 142.250.195.14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Acts like the internet phonebook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8D4F-EDF0-FBF6-27D6-DA34182B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DED25-FB9C-E264-A122-0BC6B1E1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02827"/>
          </a:xfrm>
        </p:spPr>
        <p:txBody>
          <a:bodyPr>
            <a:normAutofit/>
          </a:bodyPr>
          <a:lstStyle/>
          <a:p>
            <a:r>
              <a:rPr lang="en-US" b="1" dirty="0"/>
              <a:t>Domains are purchased from registrars</a:t>
            </a:r>
          </a:p>
          <a:p>
            <a:pPr marL="0" indent="0">
              <a:buNone/>
            </a:pPr>
            <a:r>
              <a:rPr lang="en-US" dirty="0"/>
              <a:t>	Valid for limited years, 	Must be renewed periodically</a:t>
            </a:r>
          </a:p>
          <a:p>
            <a:r>
              <a:rPr lang="en-US" b="1" dirty="0"/>
              <a:t>Popular Domain Registrars</a:t>
            </a:r>
          </a:p>
          <a:p>
            <a:pPr marL="2171700" lvl="5" indent="0">
              <a:buNone/>
            </a:pPr>
            <a:r>
              <a:rPr lang="en-US" dirty="0"/>
              <a:t>	</a:t>
            </a:r>
            <a:r>
              <a:rPr lang="en-US" sz="2400" b="1" dirty="0"/>
              <a:t>GoDaddy</a:t>
            </a:r>
          </a:p>
          <a:p>
            <a:pPr marL="2171700" lvl="5" indent="0">
              <a:buNone/>
            </a:pPr>
            <a:r>
              <a:rPr lang="en-US" sz="2400" b="1" dirty="0"/>
              <a:t>	Namecheap</a:t>
            </a:r>
          </a:p>
          <a:p>
            <a:pPr marL="2171700" lvl="5" indent="0">
              <a:buNone/>
            </a:pPr>
            <a:r>
              <a:rPr lang="en-US" sz="2400" b="1" dirty="0"/>
              <a:t>	Google Domains</a:t>
            </a:r>
          </a:p>
          <a:p>
            <a:pPr marL="2171700" lvl="5" indent="0">
              <a:buNone/>
            </a:pPr>
            <a:r>
              <a:rPr lang="en-US" sz="2400" b="1" dirty="0"/>
              <a:t>	Bluehost</a:t>
            </a:r>
          </a:p>
          <a:p>
            <a:pPr marL="2171700" lvl="5" indent="0">
              <a:buNone/>
            </a:pPr>
            <a:r>
              <a:rPr lang="en-US" sz="2400" b="1" dirty="0"/>
              <a:t>	Hostinger</a:t>
            </a:r>
          </a:p>
          <a:p>
            <a:pPr marL="2171700" lvl="5" indent="0">
              <a:buNone/>
            </a:pPr>
            <a:r>
              <a:rPr lang="en-US" sz="2400" b="1" dirty="0"/>
              <a:t>  </a:t>
            </a:r>
            <a:r>
              <a:rPr lang="en-US" sz="2400" b="1" dirty="0" err="1"/>
              <a:t>BigRock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64757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Browser, Rendering, DevTools, Hosting, Domains, DNS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683</Words>
  <Application>Microsoft Office PowerPoint</Application>
  <PresentationFormat>On-screen Show (4:3)</PresentationFormat>
  <Paragraphs>155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Chapter 2</vt:lpstr>
      <vt:lpstr>Browser Basics</vt:lpstr>
      <vt:lpstr>Browser Basics</vt:lpstr>
      <vt:lpstr>Rendering and steps</vt:lpstr>
      <vt:lpstr>Rendering Steps</vt:lpstr>
      <vt:lpstr>Rendering Steps</vt:lpstr>
      <vt:lpstr>Rendering Steps</vt:lpstr>
      <vt:lpstr>Developer Tools</vt:lpstr>
      <vt:lpstr>DevTools Tabs</vt:lpstr>
      <vt:lpstr>PowerPoint Presentation</vt:lpstr>
      <vt:lpstr>Web Hosting</vt:lpstr>
      <vt:lpstr>How Web Hosting Works </vt:lpstr>
      <vt:lpstr>Hosting Types</vt:lpstr>
      <vt:lpstr>Realtime Examples</vt:lpstr>
      <vt:lpstr>Domain Concepts</vt:lpstr>
      <vt:lpstr>Types of Domains</vt:lpstr>
      <vt:lpstr>DNS</vt:lpstr>
      <vt:lpstr>Domain Registration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Erakasani Lakshmi Prasanna</dc:creator>
  <cp:keywords/>
  <dc:description>generated using python-pptx</dc:description>
  <cp:lastModifiedBy>Erakasani Lakshmi Prasanna</cp:lastModifiedBy>
  <cp:revision>13</cp:revision>
  <dcterms:created xsi:type="dcterms:W3CDTF">2013-01-27T09:14:16Z</dcterms:created>
  <dcterms:modified xsi:type="dcterms:W3CDTF">2026-01-02T04:22:36Z</dcterms:modified>
  <cp:category/>
</cp:coreProperties>
</file>