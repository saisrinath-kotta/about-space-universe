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7" r:id="rId4"/>
    <p:sldId id="258" r:id="rId5"/>
    <p:sldId id="269" r:id="rId6"/>
    <p:sldId id="270" r:id="rId7"/>
    <p:sldId id="271" r:id="rId8"/>
    <p:sldId id="273" r:id="rId9"/>
    <p:sldId id="286" r:id="rId10"/>
    <p:sldId id="259" r:id="rId11"/>
    <p:sldId id="272" r:id="rId12"/>
    <p:sldId id="274" r:id="rId13"/>
    <p:sldId id="287" r:id="rId14"/>
    <p:sldId id="260" r:id="rId15"/>
    <p:sldId id="261" r:id="rId16"/>
    <p:sldId id="278" r:id="rId17"/>
    <p:sldId id="262" r:id="rId18"/>
    <p:sldId id="263" r:id="rId19"/>
    <p:sldId id="288" r:id="rId20"/>
    <p:sldId id="289" r:id="rId21"/>
    <p:sldId id="265" r:id="rId22"/>
    <p:sldId id="290" r:id="rId23"/>
    <p:sldId id="294" r:id="rId24"/>
    <p:sldId id="295" r:id="rId25"/>
    <p:sldId id="291" r:id="rId26"/>
    <p:sldId id="293" r:id="rId27"/>
    <p:sldId id="292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AE7A7A-EE6C-4DEC-8D23-9512799D049B}" v="22" dt="2026-01-02T06:22:56.2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6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013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akasani Lakshmi Prasanna" userId="781295b7b1a35007" providerId="LiveId" clId="{011E9654-37C3-491A-BA75-06D28EA1B152}"/>
    <pc:docChg chg="undo custSel addSld delSld modSld sldOrd">
      <pc:chgData name="Erakasani Lakshmi Prasanna" userId="781295b7b1a35007" providerId="LiveId" clId="{011E9654-37C3-491A-BA75-06D28EA1B152}" dt="2026-01-02T07:06:56.131" v="1807"/>
      <pc:docMkLst>
        <pc:docMk/>
      </pc:docMkLst>
      <pc:sldChg chg="modSp mod">
        <pc:chgData name="Erakasani Lakshmi Prasanna" userId="781295b7b1a35007" providerId="LiveId" clId="{011E9654-37C3-491A-BA75-06D28EA1B152}" dt="2026-01-02T04:52:52.976" v="33" actId="20577"/>
        <pc:sldMkLst>
          <pc:docMk/>
          <pc:sldMk cId="0" sldId="261"/>
        </pc:sldMkLst>
        <pc:spChg chg="mod">
          <ac:chgData name="Erakasani Lakshmi Prasanna" userId="781295b7b1a35007" providerId="LiveId" clId="{011E9654-37C3-491A-BA75-06D28EA1B152}" dt="2026-01-02T04:52:52.976" v="33" actId="20577"/>
          <ac:spMkLst>
            <pc:docMk/>
            <pc:sldMk cId="0" sldId="261"/>
            <ac:spMk id="2" creationId="{00000000-0000-0000-0000-000000000000}"/>
          </ac:spMkLst>
        </pc:spChg>
      </pc:sldChg>
      <pc:sldChg chg="addSp delSp modSp mod ord">
        <pc:chgData name="Erakasani Lakshmi Prasanna" userId="781295b7b1a35007" providerId="LiveId" clId="{011E9654-37C3-491A-BA75-06D28EA1B152}" dt="2026-01-02T07:06:56.131" v="1807"/>
        <pc:sldMkLst>
          <pc:docMk/>
          <pc:sldMk cId="0" sldId="263"/>
        </pc:sldMkLst>
        <pc:spChg chg="mod">
          <ac:chgData name="Erakasani Lakshmi Prasanna" userId="781295b7b1a35007" providerId="LiveId" clId="{011E9654-37C3-491A-BA75-06D28EA1B152}" dt="2026-01-02T04:54:34.360" v="45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Erakasani Lakshmi Prasanna" userId="781295b7b1a35007" providerId="LiveId" clId="{011E9654-37C3-491A-BA75-06D28EA1B152}" dt="2026-01-02T05:22:58.178" v="809" actId="207"/>
          <ac:spMkLst>
            <pc:docMk/>
            <pc:sldMk cId="0" sldId="263"/>
            <ac:spMk id="3" creationId="{00000000-0000-0000-0000-000000000000}"/>
          </ac:spMkLst>
        </pc:spChg>
        <pc:spChg chg="add del mod">
          <ac:chgData name="Erakasani Lakshmi Prasanna" userId="781295b7b1a35007" providerId="LiveId" clId="{011E9654-37C3-491A-BA75-06D28EA1B152}" dt="2026-01-02T05:03:46.698" v="248" actId="478"/>
          <ac:spMkLst>
            <pc:docMk/>
            <pc:sldMk cId="0" sldId="263"/>
            <ac:spMk id="4" creationId="{D4670AEB-C267-C208-3C62-627C39E5649E}"/>
          </ac:spMkLst>
        </pc:spChg>
        <pc:spChg chg="add del mod">
          <ac:chgData name="Erakasani Lakshmi Prasanna" userId="781295b7b1a35007" providerId="LiveId" clId="{011E9654-37C3-491A-BA75-06D28EA1B152}" dt="2026-01-02T05:03:57.442" v="250" actId="478"/>
          <ac:spMkLst>
            <pc:docMk/>
            <pc:sldMk cId="0" sldId="263"/>
            <ac:spMk id="5" creationId="{BFEF4260-4793-8ACA-E974-51494098C605}"/>
          </ac:spMkLst>
        </pc:spChg>
        <pc:spChg chg="add del mod">
          <ac:chgData name="Erakasani Lakshmi Prasanna" userId="781295b7b1a35007" providerId="LiveId" clId="{011E9654-37C3-491A-BA75-06D28EA1B152}" dt="2026-01-02T05:04:02.557" v="251" actId="478"/>
          <ac:spMkLst>
            <pc:docMk/>
            <pc:sldMk cId="0" sldId="263"/>
            <ac:spMk id="6" creationId="{BD82C865-1BC6-49D7-C7A4-EBBECB35139F}"/>
          </ac:spMkLst>
        </pc:spChg>
        <pc:cxnChg chg="add del mod">
          <ac:chgData name="Erakasani Lakshmi Prasanna" userId="781295b7b1a35007" providerId="LiveId" clId="{011E9654-37C3-491A-BA75-06D28EA1B152}" dt="2026-01-02T05:06:38.736" v="261" actId="11529"/>
          <ac:cxnSpMkLst>
            <pc:docMk/>
            <pc:sldMk cId="0" sldId="263"/>
            <ac:cxnSpMk id="8" creationId="{F2A80512-54B9-7A4A-36D1-51BE74AC7F13}"/>
          </ac:cxnSpMkLst>
        </pc:cxnChg>
        <pc:cxnChg chg="add mod">
          <ac:chgData name="Erakasani Lakshmi Prasanna" userId="781295b7b1a35007" providerId="LiveId" clId="{011E9654-37C3-491A-BA75-06D28EA1B152}" dt="2026-01-02T05:06:12.772" v="258" actId="1076"/>
          <ac:cxnSpMkLst>
            <pc:docMk/>
            <pc:sldMk cId="0" sldId="263"/>
            <ac:cxnSpMk id="10" creationId="{BB402603-1C25-16FA-1152-35CFF9490CA0}"/>
          </ac:cxnSpMkLst>
        </pc:cxnChg>
        <pc:cxnChg chg="add mod">
          <ac:chgData name="Erakasani Lakshmi Prasanna" userId="781295b7b1a35007" providerId="LiveId" clId="{011E9654-37C3-491A-BA75-06D28EA1B152}" dt="2026-01-02T05:05:52.755" v="256"/>
          <ac:cxnSpMkLst>
            <pc:docMk/>
            <pc:sldMk cId="0" sldId="263"/>
            <ac:cxnSpMk id="11" creationId="{26CF2DAF-F58F-CE5E-0AA6-AE80A2F16759}"/>
          </ac:cxnSpMkLst>
        </pc:cxnChg>
      </pc:sldChg>
      <pc:sldChg chg="del">
        <pc:chgData name="Erakasani Lakshmi Prasanna" userId="781295b7b1a35007" providerId="LiveId" clId="{011E9654-37C3-491A-BA75-06D28EA1B152}" dt="2026-01-02T05:24:56.404" v="810" actId="47"/>
        <pc:sldMkLst>
          <pc:docMk/>
          <pc:sldMk cId="0" sldId="264"/>
        </pc:sldMkLst>
      </pc:sldChg>
      <pc:sldChg chg="modSp mod">
        <pc:chgData name="Erakasani Lakshmi Prasanna" userId="781295b7b1a35007" providerId="LiveId" clId="{011E9654-37C3-491A-BA75-06D28EA1B152}" dt="2026-01-02T04:52:09.237" v="23" actId="20577"/>
        <pc:sldMkLst>
          <pc:docMk/>
          <pc:sldMk cId="0" sldId="265"/>
        </pc:sldMkLst>
        <pc:spChg chg="mod">
          <ac:chgData name="Erakasani Lakshmi Prasanna" userId="781295b7b1a35007" providerId="LiveId" clId="{011E9654-37C3-491A-BA75-06D28EA1B152}" dt="2026-01-02T04:52:09.237" v="23" actId="20577"/>
          <ac:spMkLst>
            <pc:docMk/>
            <pc:sldMk cId="0" sldId="265"/>
            <ac:spMk id="3" creationId="{00000000-0000-0000-0000-000000000000}"/>
          </ac:spMkLst>
        </pc:spChg>
      </pc:sldChg>
      <pc:sldChg chg="del">
        <pc:chgData name="Erakasani Lakshmi Prasanna" userId="781295b7b1a35007" providerId="LiveId" clId="{011E9654-37C3-491A-BA75-06D28EA1B152}" dt="2026-01-02T05:25:05.812" v="811" actId="47"/>
        <pc:sldMkLst>
          <pc:docMk/>
          <pc:sldMk cId="0" sldId="266"/>
        </pc:sldMkLst>
      </pc:sldChg>
      <pc:sldChg chg="del">
        <pc:chgData name="Erakasani Lakshmi Prasanna" userId="781295b7b1a35007" providerId="LiveId" clId="{011E9654-37C3-491A-BA75-06D28EA1B152}" dt="2026-01-02T05:25:12.557" v="812" actId="47"/>
        <pc:sldMkLst>
          <pc:docMk/>
          <pc:sldMk cId="0" sldId="267"/>
        </pc:sldMkLst>
      </pc:sldChg>
      <pc:sldChg chg="modSp mod">
        <pc:chgData name="Erakasani Lakshmi Prasanna" userId="781295b7b1a35007" providerId="LiveId" clId="{011E9654-37C3-491A-BA75-06D28EA1B152}" dt="2026-01-02T04:41:53.528" v="15" actId="20577"/>
        <pc:sldMkLst>
          <pc:docMk/>
          <pc:sldMk cId="195016313" sldId="274"/>
        </pc:sldMkLst>
        <pc:spChg chg="mod">
          <ac:chgData name="Erakasani Lakshmi Prasanna" userId="781295b7b1a35007" providerId="LiveId" clId="{011E9654-37C3-491A-BA75-06D28EA1B152}" dt="2026-01-02T04:41:53.528" v="15" actId="20577"/>
          <ac:spMkLst>
            <pc:docMk/>
            <pc:sldMk cId="195016313" sldId="274"/>
            <ac:spMk id="3" creationId="{C08742CC-BED9-7951-D208-4097E052549C}"/>
          </ac:spMkLst>
        </pc:spChg>
      </pc:sldChg>
      <pc:sldChg chg="del">
        <pc:chgData name="Erakasani Lakshmi Prasanna" userId="781295b7b1a35007" providerId="LiveId" clId="{011E9654-37C3-491A-BA75-06D28EA1B152}" dt="2026-01-02T04:40:55.267" v="4" actId="47"/>
        <pc:sldMkLst>
          <pc:docMk/>
          <pc:sldMk cId="2249553130" sldId="275"/>
        </pc:sldMkLst>
      </pc:sldChg>
      <pc:sldChg chg="del">
        <pc:chgData name="Erakasani Lakshmi Prasanna" userId="781295b7b1a35007" providerId="LiveId" clId="{011E9654-37C3-491A-BA75-06D28EA1B152}" dt="2026-01-02T04:40:56.915" v="5" actId="47"/>
        <pc:sldMkLst>
          <pc:docMk/>
          <pc:sldMk cId="3030444876" sldId="276"/>
        </pc:sldMkLst>
      </pc:sldChg>
      <pc:sldChg chg="del">
        <pc:chgData name="Erakasani Lakshmi Prasanna" userId="781295b7b1a35007" providerId="LiveId" clId="{011E9654-37C3-491A-BA75-06D28EA1B152}" dt="2026-01-02T04:40:57.923" v="6" actId="47"/>
        <pc:sldMkLst>
          <pc:docMk/>
          <pc:sldMk cId="1844300149" sldId="277"/>
        </pc:sldMkLst>
      </pc:sldChg>
      <pc:sldChg chg="del">
        <pc:chgData name="Erakasani Lakshmi Prasanna" userId="781295b7b1a35007" providerId="LiveId" clId="{011E9654-37C3-491A-BA75-06D28EA1B152}" dt="2026-01-02T04:41:05.547" v="7" actId="47"/>
        <pc:sldMkLst>
          <pc:docMk/>
          <pc:sldMk cId="632544064" sldId="279"/>
        </pc:sldMkLst>
      </pc:sldChg>
      <pc:sldChg chg="del">
        <pc:chgData name="Erakasani Lakshmi Prasanna" userId="781295b7b1a35007" providerId="LiveId" clId="{011E9654-37C3-491A-BA75-06D28EA1B152}" dt="2026-01-02T04:41:06.973" v="8" actId="47"/>
        <pc:sldMkLst>
          <pc:docMk/>
          <pc:sldMk cId="3944455578" sldId="280"/>
        </pc:sldMkLst>
      </pc:sldChg>
      <pc:sldChg chg="del">
        <pc:chgData name="Erakasani Lakshmi Prasanna" userId="781295b7b1a35007" providerId="LiveId" clId="{011E9654-37C3-491A-BA75-06D28EA1B152}" dt="2026-01-02T04:41:08.412" v="9" actId="47"/>
        <pc:sldMkLst>
          <pc:docMk/>
          <pc:sldMk cId="1697635567" sldId="281"/>
        </pc:sldMkLst>
      </pc:sldChg>
      <pc:sldChg chg="del">
        <pc:chgData name="Erakasani Lakshmi Prasanna" userId="781295b7b1a35007" providerId="LiveId" clId="{011E9654-37C3-491A-BA75-06D28EA1B152}" dt="2026-01-02T04:41:10.374" v="10" actId="47"/>
        <pc:sldMkLst>
          <pc:docMk/>
          <pc:sldMk cId="3138337373" sldId="282"/>
        </pc:sldMkLst>
      </pc:sldChg>
      <pc:sldChg chg="del">
        <pc:chgData name="Erakasani Lakshmi Prasanna" userId="781295b7b1a35007" providerId="LiveId" clId="{011E9654-37C3-491A-BA75-06D28EA1B152}" dt="2026-01-02T04:41:11.757" v="11" actId="47"/>
        <pc:sldMkLst>
          <pc:docMk/>
          <pc:sldMk cId="1892592594" sldId="283"/>
        </pc:sldMkLst>
      </pc:sldChg>
      <pc:sldChg chg="del">
        <pc:chgData name="Erakasani Lakshmi Prasanna" userId="781295b7b1a35007" providerId="LiveId" clId="{011E9654-37C3-491A-BA75-06D28EA1B152}" dt="2026-01-02T04:41:13.312" v="12" actId="47"/>
        <pc:sldMkLst>
          <pc:docMk/>
          <pc:sldMk cId="1239062379" sldId="284"/>
        </pc:sldMkLst>
      </pc:sldChg>
      <pc:sldChg chg="new del">
        <pc:chgData name="Erakasani Lakshmi Prasanna" userId="781295b7b1a35007" providerId="LiveId" clId="{011E9654-37C3-491A-BA75-06D28EA1B152}" dt="2026-01-02T04:25:53.634" v="2" actId="2696"/>
        <pc:sldMkLst>
          <pc:docMk/>
          <pc:sldMk cId="350719396" sldId="285"/>
        </pc:sldMkLst>
      </pc:sldChg>
      <pc:sldChg chg="add">
        <pc:chgData name="Erakasani Lakshmi Prasanna" userId="781295b7b1a35007" providerId="LiveId" clId="{011E9654-37C3-491A-BA75-06D28EA1B152}" dt="2026-01-02T04:25:47.924" v="1"/>
        <pc:sldMkLst>
          <pc:docMk/>
          <pc:sldMk cId="2359227129" sldId="286"/>
        </pc:sldMkLst>
      </pc:sldChg>
      <pc:sldChg chg="modSp new mod">
        <pc:chgData name="Erakasani Lakshmi Prasanna" userId="781295b7b1a35007" providerId="LiveId" clId="{011E9654-37C3-491A-BA75-06D28EA1B152}" dt="2026-01-02T04:50:44.660" v="20" actId="6549"/>
        <pc:sldMkLst>
          <pc:docMk/>
          <pc:sldMk cId="283620694" sldId="287"/>
        </pc:sldMkLst>
        <pc:spChg chg="mod">
          <ac:chgData name="Erakasani Lakshmi Prasanna" userId="781295b7b1a35007" providerId="LiveId" clId="{011E9654-37C3-491A-BA75-06D28EA1B152}" dt="2026-01-02T04:42:01.035" v="18" actId="20577"/>
          <ac:spMkLst>
            <pc:docMk/>
            <pc:sldMk cId="283620694" sldId="287"/>
            <ac:spMk id="2" creationId="{A5700FFA-C333-8C98-7491-80B1F8A2C335}"/>
          </ac:spMkLst>
        </pc:spChg>
        <pc:spChg chg="mod">
          <ac:chgData name="Erakasani Lakshmi Prasanna" userId="781295b7b1a35007" providerId="LiveId" clId="{011E9654-37C3-491A-BA75-06D28EA1B152}" dt="2026-01-02T04:50:44.660" v="20" actId="6549"/>
          <ac:spMkLst>
            <pc:docMk/>
            <pc:sldMk cId="283620694" sldId="287"/>
            <ac:spMk id="3" creationId="{FB6228DE-1E06-EF54-8E59-0C5BF632E5CE}"/>
          </ac:spMkLst>
        </pc:spChg>
      </pc:sldChg>
      <pc:sldChg chg="modSp new mod">
        <pc:chgData name="Erakasani Lakshmi Prasanna" userId="781295b7b1a35007" providerId="LiveId" clId="{011E9654-37C3-491A-BA75-06D28EA1B152}" dt="2026-01-02T05:21:30.355" v="792" actId="113"/>
        <pc:sldMkLst>
          <pc:docMk/>
          <pc:sldMk cId="1072237963" sldId="288"/>
        </pc:sldMkLst>
        <pc:spChg chg="mod">
          <ac:chgData name="Erakasani Lakshmi Prasanna" userId="781295b7b1a35007" providerId="LiveId" clId="{011E9654-37C3-491A-BA75-06D28EA1B152}" dt="2026-01-02T05:12:51.472" v="426" actId="20577"/>
          <ac:spMkLst>
            <pc:docMk/>
            <pc:sldMk cId="1072237963" sldId="288"/>
            <ac:spMk id="2" creationId="{7144A8EF-79E0-61AA-A6E3-0C9AA159F7DB}"/>
          </ac:spMkLst>
        </pc:spChg>
        <pc:spChg chg="mod">
          <ac:chgData name="Erakasani Lakshmi Prasanna" userId="781295b7b1a35007" providerId="LiveId" clId="{011E9654-37C3-491A-BA75-06D28EA1B152}" dt="2026-01-02T05:21:30.355" v="792" actId="113"/>
          <ac:spMkLst>
            <pc:docMk/>
            <pc:sldMk cId="1072237963" sldId="288"/>
            <ac:spMk id="3" creationId="{30340DBA-8CCB-9DB8-ED86-D7DE8933D9B5}"/>
          </ac:spMkLst>
        </pc:spChg>
      </pc:sldChg>
      <pc:sldChg chg="modSp new mod">
        <pc:chgData name="Erakasani Lakshmi Prasanna" userId="781295b7b1a35007" providerId="LiveId" clId="{011E9654-37C3-491A-BA75-06D28EA1B152}" dt="2026-01-02T05:25:23.431" v="813" actId="207"/>
        <pc:sldMkLst>
          <pc:docMk/>
          <pc:sldMk cId="1493327169" sldId="289"/>
        </pc:sldMkLst>
        <pc:spChg chg="mod">
          <ac:chgData name="Erakasani Lakshmi Prasanna" userId="781295b7b1a35007" providerId="LiveId" clId="{011E9654-37C3-491A-BA75-06D28EA1B152}" dt="2026-01-02T05:18:30.286" v="665" actId="20577"/>
          <ac:spMkLst>
            <pc:docMk/>
            <pc:sldMk cId="1493327169" sldId="289"/>
            <ac:spMk id="2" creationId="{F0F96815-B289-5950-CB4E-981DC48EDA9D}"/>
          </ac:spMkLst>
        </pc:spChg>
        <pc:spChg chg="mod">
          <ac:chgData name="Erakasani Lakshmi Prasanna" userId="781295b7b1a35007" providerId="LiveId" clId="{011E9654-37C3-491A-BA75-06D28EA1B152}" dt="2026-01-02T05:25:23.431" v="813" actId="207"/>
          <ac:spMkLst>
            <pc:docMk/>
            <pc:sldMk cId="1493327169" sldId="289"/>
            <ac:spMk id="3" creationId="{9904F173-6872-55BB-A2E9-1A37CE2015D1}"/>
          </ac:spMkLst>
        </pc:spChg>
      </pc:sldChg>
      <pc:sldChg chg="modSp new mod">
        <pc:chgData name="Erakasani Lakshmi Prasanna" userId="781295b7b1a35007" providerId="LiveId" clId="{011E9654-37C3-491A-BA75-06D28EA1B152}" dt="2026-01-02T06:06:41.052" v="1251" actId="20577"/>
        <pc:sldMkLst>
          <pc:docMk/>
          <pc:sldMk cId="2040102346" sldId="290"/>
        </pc:sldMkLst>
        <pc:spChg chg="mod">
          <ac:chgData name="Erakasani Lakshmi Prasanna" userId="781295b7b1a35007" providerId="LiveId" clId="{011E9654-37C3-491A-BA75-06D28EA1B152}" dt="2026-01-02T05:25:57.862" v="849" actId="20577"/>
          <ac:spMkLst>
            <pc:docMk/>
            <pc:sldMk cId="2040102346" sldId="290"/>
            <ac:spMk id="2" creationId="{A7515AD8-1F95-A5FD-14D6-44F24B3BAF5C}"/>
          </ac:spMkLst>
        </pc:spChg>
        <pc:spChg chg="mod">
          <ac:chgData name="Erakasani Lakshmi Prasanna" userId="781295b7b1a35007" providerId="LiveId" clId="{011E9654-37C3-491A-BA75-06D28EA1B152}" dt="2026-01-02T06:06:41.052" v="1251" actId="20577"/>
          <ac:spMkLst>
            <pc:docMk/>
            <pc:sldMk cId="2040102346" sldId="290"/>
            <ac:spMk id="3" creationId="{D4B6A16F-38F9-E28E-8854-BAB55AC8874F}"/>
          </ac:spMkLst>
        </pc:spChg>
      </pc:sldChg>
      <pc:sldChg chg="addSp modSp new mod">
        <pc:chgData name="Erakasani Lakshmi Prasanna" userId="781295b7b1a35007" providerId="LiveId" clId="{011E9654-37C3-491A-BA75-06D28EA1B152}" dt="2026-01-02T06:22:56.238" v="1805" actId="14100"/>
        <pc:sldMkLst>
          <pc:docMk/>
          <pc:sldMk cId="299689934" sldId="291"/>
        </pc:sldMkLst>
        <pc:spChg chg="mod">
          <ac:chgData name="Erakasani Lakshmi Prasanna" userId="781295b7b1a35007" providerId="LiveId" clId="{011E9654-37C3-491A-BA75-06D28EA1B152}" dt="2026-01-02T05:29:44.752" v="954" actId="20577"/>
          <ac:spMkLst>
            <pc:docMk/>
            <pc:sldMk cId="299689934" sldId="291"/>
            <ac:spMk id="2" creationId="{B6FE6CA0-7046-80D3-1722-DCD054DDA216}"/>
          </ac:spMkLst>
        </pc:spChg>
        <pc:spChg chg="mod">
          <ac:chgData name="Erakasani Lakshmi Prasanna" userId="781295b7b1a35007" providerId="LiveId" clId="{011E9654-37C3-491A-BA75-06D28EA1B152}" dt="2026-01-02T05:34:01.163" v="988" actId="404"/>
          <ac:spMkLst>
            <pc:docMk/>
            <pc:sldMk cId="299689934" sldId="291"/>
            <ac:spMk id="3" creationId="{34A0FD47-FE93-DA87-F7B4-4F02530E0D12}"/>
          </ac:spMkLst>
        </pc:spChg>
        <pc:picChg chg="add mod">
          <ac:chgData name="Erakasani Lakshmi Prasanna" userId="781295b7b1a35007" providerId="LiveId" clId="{011E9654-37C3-491A-BA75-06D28EA1B152}" dt="2026-01-02T06:22:56.238" v="1805" actId="14100"/>
          <ac:picMkLst>
            <pc:docMk/>
            <pc:sldMk cId="299689934" sldId="291"/>
            <ac:picMk id="1026" creationId="{1F414184-B58C-8672-967D-F5160F66DC08}"/>
          </ac:picMkLst>
        </pc:picChg>
      </pc:sldChg>
      <pc:sldChg chg="addSp delSp modSp new mod">
        <pc:chgData name="Erakasani Lakshmi Prasanna" userId="781295b7b1a35007" providerId="LiveId" clId="{011E9654-37C3-491A-BA75-06D28EA1B152}" dt="2026-01-02T05:38:51.425" v="1044" actId="20577"/>
        <pc:sldMkLst>
          <pc:docMk/>
          <pc:sldMk cId="2591551067" sldId="292"/>
        </pc:sldMkLst>
        <pc:spChg chg="mod">
          <ac:chgData name="Erakasani Lakshmi Prasanna" userId="781295b7b1a35007" providerId="LiveId" clId="{011E9654-37C3-491A-BA75-06D28EA1B152}" dt="2026-01-02T05:30:03.504" v="980" actId="20577"/>
          <ac:spMkLst>
            <pc:docMk/>
            <pc:sldMk cId="2591551067" sldId="292"/>
            <ac:spMk id="2" creationId="{D87C8A7D-EE9D-1A17-2F81-B5858A79560E}"/>
          </ac:spMkLst>
        </pc:spChg>
        <pc:spChg chg="mod">
          <ac:chgData name="Erakasani Lakshmi Prasanna" userId="781295b7b1a35007" providerId="LiveId" clId="{011E9654-37C3-491A-BA75-06D28EA1B152}" dt="2026-01-02T05:38:51.425" v="1044" actId="20577"/>
          <ac:spMkLst>
            <pc:docMk/>
            <pc:sldMk cId="2591551067" sldId="292"/>
            <ac:spMk id="3" creationId="{8AF5AB18-6402-8B38-18E4-9CBB8ACC07A6}"/>
          </ac:spMkLst>
        </pc:spChg>
        <pc:spChg chg="add del">
          <ac:chgData name="Erakasani Lakshmi Prasanna" userId="781295b7b1a35007" providerId="LiveId" clId="{011E9654-37C3-491A-BA75-06D28EA1B152}" dt="2026-01-02T05:37:14.362" v="1009" actId="22"/>
          <ac:spMkLst>
            <pc:docMk/>
            <pc:sldMk cId="2591551067" sldId="292"/>
            <ac:spMk id="5" creationId="{FD92BF19-4CAD-8D2C-2F7C-3120BB26ED70}"/>
          </ac:spMkLst>
        </pc:spChg>
        <pc:spChg chg="add del">
          <ac:chgData name="Erakasani Lakshmi Prasanna" userId="781295b7b1a35007" providerId="LiveId" clId="{011E9654-37C3-491A-BA75-06D28EA1B152}" dt="2026-01-02T05:37:23.746" v="1011" actId="22"/>
          <ac:spMkLst>
            <pc:docMk/>
            <pc:sldMk cId="2591551067" sldId="292"/>
            <ac:spMk id="7" creationId="{E1231F2A-C86C-B6C1-7381-AD4711764B5C}"/>
          </ac:spMkLst>
        </pc:spChg>
      </pc:sldChg>
      <pc:sldChg chg="modSp new mod">
        <pc:chgData name="Erakasani Lakshmi Prasanna" userId="781295b7b1a35007" providerId="LiveId" clId="{011E9654-37C3-491A-BA75-06D28EA1B152}" dt="2026-01-02T05:36:40.645" v="1007" actId="20577"/>
        <pc:sldMkLst>
          <pc:docMk/>
          <pc:sldMk cId="3208091424" sldId="293"/>
        </pc:sldMkLst>
        <pc:spChg chg="mod">
          <ac:chgData name="Erakasani Lakshmi Prasanna" userId="781295b7b1a35007" providerId="LiveId" clId="{011E9654-37C3-491A-BA75-06D28EA1B152}" dt="2026-01-02T05:36:40.645" v="1007" actId="20577"/>
          <ac:spMkLst>
            <pc:docMk/>
            <pc:sldMk cId="3208091424" sldId="293"/>
            <ac:spMk id="2" creationId="{279B13E3-9D0D-A9FA-806B-8355F776B1CC}"/>
          </ac:spMkLst>
        </pc:spChg>
        <pc:spChg chg="mod">
          <ac:chgData name="Erakasani Lakshmi Prasanna" userId="781295b7b1a35007" providerId="LiveId" clId="{011E9654-37C3-491A-BA75-06D28EA1B152}" dt="2026-01-02T05:36:11.799" v="990"/>
          <ac:spMkLst>
            <pc:docMk/>
            <pc:sldMk cId="3208091424" sldId="293"/>
            <ac:spMk id="3" creationId="{552D5F12-9B58-BFEE-6389-7142A7BBEA04}"/>
          </ac:spMkLst>
        </pc:spChg>
      </pc:sldChg>
      <pc:sldChg chg="modSp new mod">
        <pc:chgData name="Erakasani Lakshmi Prasanna" userId="781295b7b1a35007" providerId="LiveId" clId="{011E9654-37C3-491A-BA75-06D28EA1B152}" dt="2026-01-02T06:05:09.289" v="1241" actId="20577"/>
        <pc:sldMkLst>
          <pc:docMk/>
          <pc:sldMk cId="3857255073" sldId="294"/>
        </pc:sldMkLst>
        <pc:spChg chg="mod">
          <ac:chgData name="Erakasani Lakshmi Prasanna" userId="781295b7b1a35007" providerId="LiveId" clId="{011E9654-37C3-491A-BA75-06D28EA1B152}" dt="2026-01-02T06:05:09.289" v="1241" actId="20577"/>
          <ac:spMkLst>
            <pc:docMk/>
            <pc:sldMk cId="3857255073" sldId="294"/>
            <ac:spMk id="2" creationId="{3DDE4557-0A64-C3A9-42FC-7F5DD72C5B89}"/>
          </ac:spMkLst>
        </pc:spChg>
        <pc:spChg chg="mod">
          <ac:chgData name="Erakasani Lakshmi Prasanna" userId="781295b7b1a35007" providerId="LiveId" clId="{011E9654-37C3-491A-BA75-06D28EA1B152}" dt="2026-01-02T06:04:53.952" v="1221" actId="20577"/>
          <ac:spMkLst>
            <pc:docMk/>
            <pc:sldMk cId="3857255073" sldId="294"/>
            <ac:spMk id="3" creationId="{1136FF64-26E2-524F-7CE7-9D6D46919CC4}"/>
          </ac:spMkLst>
        </pc:spChg>
      </pc:sldChg>
      <pc:sldChg chg="addSp delSp modSp new mod">
        <pc:chgData name="Erakasani Lakshmi Prasanna" userId="781295b7b1a35007" providerId="LiveId" clId="{011E9654-37C3-491A-BA75-06D28EA1B152}" dt="2026-01-02T06:22:32.998" v="1804" actId="20577"/>
        <pc:sldMkLst>
          <pc:docMk/>
          <pc:sldMk cId="3208745904" sldId="295"/>
        </pc:sldMkLst>
        <pc:spChg chg="mod">
          <ac:chgData name="Erakasani Lakshmi Prasanna" userId="781295b7b1a35007" providerId="LiveId" clId="{011E9654-37C3-491A-BA75-06D28EA1B152}" dt="2026-01-02T06:22:32.998" v="1804" actId="20577"/>
          <ac:spMkLst>
            <pc:docMk/>
            <pc:sldMk cId="3208745904" sldId="295"/>
            <ac:spMk id="2" creationId="{6B0738C9-8F55-F7F8-1D9C-569C901A430A}"/>
          </ac:spMkLst>
        </pc:spChg>
        <pc:spChg chg="mod">
          <ac:chgData name="Erakasani Lakshmi Prasanna" userId="781295b7b1a35007" providerId="LiveId" clId="{011E9654-37C3-491A-BA75-06D28EA1B152}" dt="2026-01-02T06:21:31.010" v="1776" actId="207"/>
          <ac:spMkLst>
            <pc:docMk/>
            <pc:sldMk cId="3208745904" sldId="295"/>
            <ac:spMk id="3" creationId="{22004894-B818-D996-99D5-F68695F2D234}"/>
          </ac:spMkLst>
        </pc:spChg>
        <pc:spChg chg="add del">
          <ac:chgData name="Erakasani Lakshmi Prasanna" userId="781295b7b1a35007" providerId="LiveId" clId="{011E9654-37C3-491A-BA75-06D28EA1B152}" dt="2026-01-02T06:22:16.623" v="1778" actId="22"/>
          <ac:spMkLst>
            <pc:docMk/>
            <pc:sldMk cId="3208745904" sldId="295"/>
            <ac:spMk id="5" creationId="{E2BE960D-7FB1-F439-D21B-CDEB762972A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Glossary/HTTP" TargetMode="External"/><Relationship Id="rId2" Type="http://schemas.openxmlformats.org/officeDocument/2006/relationships/hyperlink" Target="https://developer.mozilla.org/en-US/docs/Glossary/UR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eloper.mozilla.org/en-US/docs/Glossary/HTML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355" y="1246238"/>
            <a:ext cx="8229600" cy="200823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4000" b="1" dirty="0"/>
              <a:t>FUNDAMENTALS OF</a:t>
            </a:r>
          </a:p>
          <a:p>
            <a:pPr marL="0" indent="0" algn="ctr">
              <a:buNone/>
            </a:pPr>
            <a:r>
              <a:rPr lang="en-IN" sz="4000" b="1" dirty="0"/>
              <a:t>WEB DEVELOPMENT</a:t>
            </a:r>
            <a:endParaRPr sz="4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7402E85-6F49-6111-B630-5B1E6E1B93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41342"/>
            <a:ext cx="8229600" cy="4827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Web Designing is an essential skill for future web and full-stack developers.</a:t>
            </a:r>
          </a:p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The course offers a fun hands-on learning experience compared to traditional programming.</a:t>
            </a:r>
          </a:p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Students gain confidence by writing real code and building websites.</a:t>
            </a:r>
          </a:p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It improves logical thinking, creativity, and problem-solving skills.</a:t>
            </a:r>
          </a:p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Regular practice, patience, and curiosity help in mastering modern web technologies.</a:t>
            </a:r>
          </a:p>
        </p:txBody>
      </p:sp>
    </p:spTree>
    <p:extLst>
      <p:ext uri="{BB962C8B-B14F-4D97-AF65-F5344CB8AC3E}">
        <p14:creationId xmlns:p14="http://schemas.microsoft.com/office/powerpoint/2010/main" val="2607225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Understand Internet basics</a:t>
            </a:r>
          </a:p>
          <a:p>
            <a:r>
              <a:rPr dirty="0"/>
              <a:t> Internet vs Web</a:t>
            </a:r>
          </a:p>
          <a:p>
            <a:r>
              <a:rPr dirty="0"/>
              <a:t> Client–Server model</a:t>
            </a:r>
          </a:p>
          <a:p>
            <a:r>
              <a:rPr dirty="0"/>
              <a:t> HTTP &amp; HTTPS protocols</a:t>
            </a:r>
          </a:p>
          <a:p>
            <a:r>
              <a:rPr dirty="0"/>
              <a:t> Importance of secure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the Internet?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Simple network</a:t>
            </a:r>
            <a:r>
              <a:rPr dirty="0"/>
              <a:t> </a:t>
            </a:r>
            <a:endParaRPr lang="en-IN" dirty="0"/>
          </a:p>
          <a:p>
            <a:endParaRPr lang="en-IN" dirty="0"/>
          </a:p>
          <a:p>
            <a:r>
              <a:rPr lang="en-IN" dirty="0"/>
              <a:t>Network of 10 computers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 </a:t>
            </a:r>
          </a:p>
        </p:txBody>
      </p:sp>
      <p:pic>
        <p:nvPicPr>
          <p:cNvPr id="4" name="Picture 3" descr="Two computers linked together">
            <a:extLst>
              <a:ext uri="{FF2B5EF4-FFF2-40B4-BE49-F238E27FC236}">
                <a16:creationId xmlns:a16="http://schemas.microsoft.com/office/drawing/2014/main" id="{E98B5B4F-50E3-274E-358F-4DAE13C0B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3111" y="1600200"/>
            <a:ext cx="3593690" cy="1011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Ten computers all together">
            <a:extLst>
              <a:ext uri="{FF2B5EF4-FFF2-40B4-BE49-F238E27FC236}">
                <a16:creationId xmlns:a16="http://schemas.microsoft.com/office/drawing/2014/main" id="{9AF6F23F-A964-5EBD-A4B4-E8CC8FD89F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897" y="3428999"/>
            <a:ext cx="3382297" cy="2697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Ten computers with a switch">
            <a:extLst>
              <a:ext uri="{FF2B5EF4-FFF2-40B4-BE49-F238E27FC236}">
                <a16:creationId xmlns:a16="http://schemas.microsoft.com/office/drawing/2014/main" id="{DD264D5C-0809-8DD5-7436-B55050E0C7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0258" y="3428999"/>
            <a:ext cx="3593690" cy="261784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1F8C54-78D1-A8BB-1393-C9669A0A1F64}"/>
              </a:ext>
            </a:extLst>
          </p:cNvPr>
          <p:cNvSpPr txBox="1"/>
          <p:nvPr/>
        </p:nvSpPr>
        <p:spPr>
          <a:xfrm>
            <a:off x="4129548" y="6201818"/>
            <a:ext cx="4557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Interconnection of computers using a </a:t>
            </a:r>
            <a:r>
              <a:rPr lang="en-IN" b="1" dirty="0"/>
              <a:t>Switch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C6070-C651-2068-9714-03C4C7CE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the Internet?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3E82C-8E07-0532-7C4A-C5FB0EAE0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/>
          <a:lstStyle/>
          <a:p>
            <a:r>
              <a:rPr lang="en-US" dirty="0"/>
              <a:t>A network of networks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IN" dirty="0"/>
          </a:p>
        </p:txBody>
      </p:sp>
      <p:pic>
        <p:nvPicPr>
          <p:cNvPr id="6" name="Picture 5" descr="Switches linked to switches">
            <a:extLst>
              <a:ext uri="{FF2B5EF4-FFF2-40B4-BE49-F238E27FC236}">
                <a16:creationId xmlns:a16="http://schemas.microsoft.com/office/drawing/2014/main" id="{098D0779-4BE2-B6D5-EE17-DC93FEF0E4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946" y="2111810"/>
            <a:ext cx="4489655" cy="1486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router linked to a modem">
            <a:extLst>
              <a:ext uri="{FF2B5EF4-FFF2-40B4-BE49-F238E27FC236}">
                <a16:creationId xmlns:a16="http://schemas.microsoft.com/office/drawing/2014/main" id="{A5D62FD9-298F-84F1-5CC8-559D49E0CF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946" y="4789842"/>
            <a:ext cx="3367548" cy="16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728095-1896-B2C4-B41C-E5EAB844192B}"/>
              </a:ext>
            </a:extLst>
          </p:cNvPr>
          <p:cNvSpPr txBox="1"/>
          <p:nvPr/>
        </p:nvSpPr>
        <p:spPr>
          <a:xfrm>
            <a:off x="5181601" y="5003900"/>
            <a:ext cx="35051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Commercial router in your home is combination of a switch, a router and a modem, all in one device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8A775A-64E1-C66B-FB3F-4F97D8AE667A}"/>
              </a:ext>
            </a:extLst>
          </p:cNvPr>
          <p:cNvSpPr txBox="1"/>
          <p:nvPr/>
        </p:nvSpPr>
        <p:spPr>
          <a:xfrm>
            <a:off x="650773" y="635712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Systems connected to modem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D7A291-7DBC-7BC1-B8BD-B9A8EF9102A7}"/>
              </a:ext>
            </a:extLst>
          </p:cNvPr>
          <p:cNvSpPr txBox="1"/>
          <p:nvPr/>
        </p:nvSpPr>
        <p:spPr>
          <a:xfrm>
            <a:off x="691946" y="390252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Systems connected using switch</a:t>
            </a:r>
          </a:p>
        </p:txBody>
      </p:sp>
    </p:spTree>
    <p:extLst>
      <p:ext uri="{BB962C8B-B14F-4D97-AF65-F5344CB8AC3E}">
        <p14:creationId xmlns:p14="http://schemas.microsoft.com/office/powerpoint/2010/main" val="1401523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CFD80-C345-C65A-66D7-F6C6F6714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the Internet?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82874-669B-FFF7-D958-2E78E4C06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cables, Wi-Fi, routers, ISPs</a:t>
            </a:r>
            <a:endParaRPr lang="en-IN" dirty="0"/>
          </a:p>
        </p:txBody>
      </p:sp>
      <p:pic>
        <p:nvPicPr>
          <p:cNvPr id="4" name="Picture 3" descr="Full Internet stack">
            <a:extLst>
              <a:ext uri="{FF2B5EF4-FFF2-40B4-BE49-F238E27FC236}">
                <a16:creationId xmlns:a16="http://schemas.microsoft.com/office/drawing/2014/main" id="{E9DF7550-2941-0F72-32DF-5836BA258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535" y="2359742"/>
            <a:ext cx="4188542" cy="39489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5400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D0F0B-3302-BA69-EAE4-A9BB944D7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the Internet?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C75BC-BE88-7792-CCC6-35AE30A4B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12110"/>
          </a:xfrm>
        </p:spPr>
        <p:txBody>
          <a:bodyPr/>
          <a:lstStyle/>
          <a:p>
            <a:r>
              <a:rPr lang="en-IN" b="1" dirty="0"/>
              <a:t>Finding Computers : “IP address”</a:t>
            </a:r>
          </a:p>
          <a:p>
            <a:r>
              <a:rPr lang="en-IN" b="1" dirty="0"/>
              <a:t>Gmail.com   	- 142.250.190.29</a:t>
            </a:r>
          </a:p>
          <a:p>
            <a:r>
              <a:rPr lang="en-IN" b="1" dirty="0"/>
              <a:t>Outlook.com 	-  40.100.156.148</a:t>
            </a:r>
          </a:p>
          <a:p>
            <a:r>
              <a:rPr lang="en-IN" b="1" dirty="0"/>
              <a:t>Facebook.com – 157.240.229.35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dirty="0"/>
          </a:p>
        </p:txBody>
      </p:sp>
      <p:pic>
        <p:nvPicPr>
          <p:cNvPr id="4" name="Picture 3" descr="Show how a domain name can alias an IP address">
            <a:extLst>
              <a:ext uri="{FF2B5EF4-FFF2-40B4-BE49-F238E27FC236}">
                <a16:creationId xmlns:a16="http://schemas.microsoft.com/office/drawing/2014/main" id="{B9CA3084-A7F3-4A7F-28BE-EACF772A22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091" y="4284406"/>
            <a:ext cx="7187380" cy="1774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1934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02A37-EEAF-BCE7-5639-9AD582E94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IP Address / Domain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5C4F3-185D-5F25-C207-7AECF7677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>
                <a:latin typeface="Arial Black" panose="020B0A04020102020204" pitchFamily="34" charset="0"/>
              </a:rPr>
              <a:t>•	</a:t>
            </a:r>
            <a:r>
              <a:rPr lang="en-IN" sz="2000" b="1" dirty="0">
                <a:latin typeface="Arial Black" panose="020B0A04020102020204" pitchFamily="34" charset="0"/>
              </a:rPr>
              <a:t>instagram.com → 157.240.229.174</a:t>
            </a:r>
          </a:p>
          <a:p>
            <a:pPr marL="0" indent="0">
              <a:buNone/>
            </a:pPr>
            <a:r>
              <a:rPr lang="en-IN" sz="2000" b="1" dirty="0">
                <a:latin typeface="Arial Black" panose="020B0A04020102020204" pitchFamily="34" charset="0"/>
              </a:rPr>
              <a:t>•	twitter.com (x.com) → 104.244.42.1</a:t>
            </a:r>
          </a:p>
          <a:p>
            <a:pPr marL="0" indent="0">
              <a:buNone/>
            </a:pPr>
            <a:r>
              <a:rPr lang="en-IN" sz="2000" b="1" dirty="0">
                <a:latin typeface="Arial Black" panose="020B0A04020102020204" pitchFamily="34" charset="0"/>
              </a:rPr>
              <a:t>•	linkedin.com → 108.174.10.10</a:t>
            </a:r>
          </a:p>
          <a:p>
            <a:pPr marL="0" indent="0">
              <a:buNone/>
            </a:pPr>
            <a:r>
              <a:rPr lang="en-IN" sz="2000" b="1" dirty="0">
                <a:latin typeface="Arial Black" panose="020B0A04020102020204" pitchFamily="34" charset="0"/>
              </a:rPr>
              <a:t>•	amazon.com → 176.32.103.205</a:t>
            </a:r>
          </a:p>
          <a:p>
            <a:pPr marL="0" indent="0">
              <a:buNone/>
            </a:pPr>
            <a:r>
              <a:rPr lang="en-IN" sz="2000" b="1" dirty="0">
                <a:latin typeface="Arial Black" panose="020B0A04020102020204" pitchFamily="34" charset="0"/>
              </a:rPr>
              <a:t>•	flipkart.com → 163.53.78.130</a:t>
            </a:r>
          </a:p>
          <a:p>
            <a:pPr marL="0" indent="0">
              <a:buNone/>
            </a:pPr>
            <a:r>
              <a:rPr lang="en-IN" sz="2000" b="1" dirty="0">
                <a:latin typeface="Arial Black" panose="020B0A04020102020204" pitchFamily="34" charset="0"/>
              </a:rPr>
              <a:t>•	ebay.com → 66.135.195.87</a:t>
            </a:r>
          </a:p>
          <a:p>
            <a:pPr marL="0" indent="0">
              <a:buNone/>
            </a:pPr>
            <a:r>
              <a:rPr lang="en-IN" sz="2000" b="1" dirty="0">
                <a:latin typeface="Arial Black" panose="020B0A04020102020204" pitchFamily="34" charset="0"/>
              </a:rPr>
              <a:t>•	youtube.com → 142.250.190.46</a:t>
            </a:r>
          </a:p>
          <a:p>
            <a:pPr marL="0" indent="0">
              <a:buNone/>
            </a:pPr>
            <a:r>
              <a:rPr lang="en-IN" sz="2000" b="1" dirty="0">
                <a:latin typeface="Arial Black" panose="020B0A04020102020204" pitchFamily="34" charset="0"/>
              </a:rPr>
              <a:t>•	netflix.com → 52.26.14.173</a:t>
            </a:r>
          </a:p>
          <a:p>
            <a:pPr marL="0" indent="0">
              <a:buNone/>
            </a:pPr>
            <a:r>
              <a:rPr lang="en-IN" sz="2000" b="1" dirty="0">
                <a:latin typeface="Arial Black" panose="020B0A04020102020204" pitchFamily="34" charset="0"/>
              </a:rPr>
              <a:t>•	spotify.com → 35.186.224.47</a:t>
            </a:r>
          </a:p>
          <a:p>
            <a:pPr marL="0" indent="0">
              <a:buNone/>
            </a:pPr>
            <a:r>
              <a:rPr lang="en-IN" sz="2000" b="1" dirty="0">
                <a:latin typeface="Arial Black" panose="020B0A04020102020204" pitchFamily="34" charset="0"/>
              </a:rPr>
              <a:t>•	github.com → 140.82.121.4</a:t>
            </a:r>
          </a:p>
          <a:p>
            <a:pPr marL="0" indent="0">
              <a:buNone/>
            </a:pPr>
            <a:r>
              <a:rPr lang="en-IN" sz="2000" b="1" dirty="0">
                <a:latin typeface="Arial Black" panose="020B0A04020102020204" pitchFamily="34" charset="0"/>
              </a:rPr>
              <a:t>•	stackoverflow.com → 151.101.1.69</a:t>
            </a:r>
          </a:p>
          <a:p>
            <a:pPr marL="0" indent="0">
              <a:buNone/>
            </a:pPr>
            <a:r>
              <a:rPr lang="en-IN" sz="2000" b="1" dirty="0">
                <a:latin typeface="Arial Black" panose="020B0A04020102020204" pitchFamily="34" charset="0"/>
              </a:rPr>
              <a:t>•	wikipedia.org → 208.80.154.224</a:t>
            </a:r>
          </a:p>
        </p:txBody>
      </p:sp>
    </p:spTree>
    <p:extLst>
      <p:ext uri="{BB962C8B-B14F-4D97-AF65-F5344CB8AC3E}">
        <p14:creationId xmlns:p14="http://schemas.microsoft.com/office/powerpoint/2010/main" val="259625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7C053-C783-E0AC-6B2A-B1312BB6F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AF25F-CAB5-3E80-6D75-CCD20A61A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– Server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FD586-0C34-65EC-11C5-0EBBC6989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Client (Browser)</a:t>
            </a:r>
          </a:p>
          <a:p>
            <a:r>
              <a:rPr sz="2400" dirty="0"/>
              <a:t>↓ Request</a:t>
            </a:r>
          </a:p>
          <a:p>
            <a:r>
              <a:rPr sz="2400" dirty="0"/>
              <a:t>Server</a:t>
            </a:r>
          </a:p>
          <a:p>
            <a:r>
              <a:rPr sz="2400" dirty="0"/>
              <a:t>↑ Response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796C2D-5E74-4275-B019-5B342137E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15" y="3550920"/>
            <a:ext cx="4115385" cy="29187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632AE2-2658-4A7B-7F02-736A49A62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1" y="3550920"/>
            <a:ext cx="4115383" cy="257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227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Internet vs World Wide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Internet:</a:t>
            </a:r>
            <a:endParaRPr lang="en-IN" b="1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/>
              <a:t>  </a:t>
            </a:r>
            <a:r>
              <a:rPr lang="en-IN" sz="3000" dirty="0"/>
              <a:t>Is a technical </a:t>
            </a:r>
            <a:r>
              <a:rPr sz="3000" dirty="0"/>
              <a:t>Infrastructure</a:t>
            </a:r>
            <a:r>
              <a:rPr lang="en-IN" sz="3000" dirty="0"/>
              <a:t> which allows billions   </a:t>
            </a:r>
          </a:p>
          <a:p>
            <a:pPr marL="0" indent="0" algn="just">
              <a:buNone/>
            </a:pPr>
            <a:r>
              <a:rPr lang="en-IN" sz="3000" dirty="0"/>
              <a:t>    of computers to be connected all together.</a:t>
            </a:r>
            <a:endParaRPr sz="3000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3000" dirty="0"/>
              <a:t> Among those computes, some computers( called 	web servers) can send messages to web 	browsers.</a:t>
            </a:r>
          </a:p>
          <a:p>
            <a:pPr marL="0" indent="0" algn="just">
              <a:buNone/>
            </a:pPr>
            <a:endParaRPr sz="3000" dirty="0"/>
          </a:p>
          <a:p>
            <a:pPr marL="0" indent="0">
              <a:buNone/>
            </a:pPr>
            <a:r>
              <a:rPr b="1" dirty="0"/>
              <a:t>World Wide Web:</a:t>
            </a:r>
            <a:endParaRPr lang="en-IN" b="1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 </a:t>
            </a:r>
            <a:r>
              <a:rPr lang="en-IN" dirty="0"/>
              <a:t>Web is a place on the internet where websites live to access by the users.</a:t>
            </a:r>
            <a:endParaRPr b="1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Web is a service on the internet to run web sites</a:t>
            </a:r>
            <a:endParaRPr dirty="0"/>
          </a:p>
          <a:p>
            <a:pPr marL="0" indent="0">
              <a:buNone/>
            </a:pPr>
            <a:r>
              <a:rPr dirty="0"/>
              <a:t> </a:t>
            </a:r>
            <a:r>
              <a:rPr lang="en-IN" dirty="0"/>
              <a:t> 	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736A1-028B-E693-4279-D1C3E451C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9427"/>
          </a:xfrm>
        </p:spPr>
        <p:txBody>
          <a:bodyPr>
            <a:normAutofit fontScale="90000"/>
          </a:bodyPr>
          <a:lstStyle/>
          <a:p>
            <a:r>
              <a:rPr lang="en-IN" dirty="0"/>
              <a:t>Web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33E1D-498F-A690-73B7-B7A2246CD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01214"/>
            <a:ext cx="8229600" cy="5388076"/>
          </a:xfrm>
        </p:spPr>
        <p:txBody>
          <a:bodyPr>
            <a:normAutofit/>
          </a:bodyPr>
          <a:lstStyle/>
          <a:p>
            <a:r>
              <a:rPr lang="en-IN" b="1" dirty="0"/>
              <a:t>Webpage: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sz="2400" dirty="0"/>
              <a:t>A document that can be displayed in a web browser, such documents written the HTML language.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Website:</a:t>
            </a:r>
          </a:p>
          <a:p>
            <a:pPr marL="0" indent="0">
              <a:buNone/>
            </a:pPr>
            <a:r>
              <a:rPr lang="en-IN" sz="2400" dirty="0"/>
              <a:t>A collection of web pages grouped together into a single source, with links connecting them together.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Web server:</a:t>
            </a:r>
          </a:p>
          <a:p>
            <a:pPr marL="0" indent="0">
              <a:buNone/>
            </a:pPr>
            <a:r>
              <a:rPr lang="en-IN" sz="2400" dirty="0"/>
              <a:t>A computer that hosts a website on the internet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Web Browser:</a:t>
            </a:r>
          </a:p>
          <a:p>
            <a:pPr marL="0" indent="0">
              <a:buNone/>
            </a:pPr>
            <a:r>
              <a:rPr lang="en-IN" sz="2400" dirty="0"/>
              <a:t>A software that responds to requests over the internet to perform a function or provide data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6413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B7965-37AE-341F-0B26-BBB3CC5F6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79091"/>
          </a:xfrm>
        </p:spPr>
        <p:txBody>
          <a:bodyPr>
            <a:normAutofit fontScale="90000"/>
          </a:bodyPr>
          <a:lstStyle/>
          <a:p>
            <a:r>
              <a:rPr lang="en-IN" dirty="0"/>
              <a:t>Web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742CC-BED9-7951-D208-4097E0525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9872"/>
            <a:ext cx="8229600" cy="4946292"/>
          </a:xfrm>
        </p:spPr>
        <p:txBody>
          <a:bodyPr/>
          <a:lstStyle/>
          <a:p>
            <a:r>
              <a:rPr lang="en-IN" b="1" dirty="0"/>
              <a:t>Search Engine:</a:t>
            </a:r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r>
              <a:rPr lang="en-IN" sz="2400" b="1" dirty="0"/>
              <a:t>A web service that helps you find other web pages, such as google, bing etc.</a:t>
            </a:r>
          </a:p>
          <a:p>
            <a:pPr marL="0" indent="0">
              <a:buNone/>
            </a:pPr>
            <a:r>
              <a:rPr lang="en-IN" b="1" u="sng" dirty="0">
                <a:hlinkClick r:id="rId2"/>
              </a:rPr>
              <a:t>URL</a:t>
            </a:r>
            <a:r>
              <a:rPr lang="en-IN" b="1" dirty="0"/>
              <a:t>, </a:t>
            </a:r>
            <a:r>
              <a:rPr lang="en-IN" sz="2400" b="1" dirty="0"/>
              <a:t>an address system that keeps track of Web documents</a:t>
            </a:r>
          </a:p>
          <a:p>
            <a:pPr marL="0" indent="0">
              <a:buNone/>
            </a:pPr>
            <a:r>
              <a:rPr lang="en-IN" b="1" u="sng" dirty="0">
                <a:hlinkClick r:id="rId3"/>
              </a:rPr>
              <a:t>HTTP</a:t>
            </a:r>
            <a:r>
              <a:rPr lang="en-IN" b="1" dirty="0"/>
              <a:t>, </a:t>
            </a:r>
            <a:r>
              <a:rPr lang="en-IN" sz="2400" b="1" dirty="0"/>
              <a:t>a transfer protocol to find documents when given their URLs</a:t>
            </a:r>
          </a:p>
          <a:p>
            <a:pPr marL="0" indent="0">
              <a:buNone/>
            </a:pPr>
            <a:r>
              <a:rPr lang="en-IN" b="1" u="sng" dirty="0">
                <a:hlinkClick r:id="rId4"/>
              </a:rPr>
              <a:t>HTML</a:t>
            </a:r>
            <a:r>
              <a:rPr lang="en-IN" b="1" dirty="0"/>
              <a:t>, </a:t>
            </a:r>
            <a:r>
              <a:rPr lang="en-IN" sz="2400" b="1" dirty="0"/>
              <a:t>a document format allowing for embedded </a:t>
            </a:r>
            <a:r>
              <a:rPr lang="en-IN" sz="2400" b="1" i="1" dirty="0"/>
              <a:t>hyperlinks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95016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00FFA-C333-8C98-7491-80B1F8A2C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URL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24E8070-6609-472F-1700-1129450250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13810" y="1776915"/>
            <a:ext cx="7916380" cy="4172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620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– Server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Client (Browser)</a:t>
            </a:r>
          </a:p>
          <a:p>
            <a:r>
              <a:rPr sz="2400" dirty="0"/>
              <a:t>↓ Request</a:t>
            </a:r>
          </a:p>
          <a:p>
            <a:r>
              <a:rPr sz="2400" dirty="0"/>
              <a:t>Server</a:t>
            </a:r>
          </a:p>
          <a:p>
            <a:r>
              <a:rPr sz="2400" dirty="0"/>
              <a:t>↑ Response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A837BA-B5EB-943E-81A4-7FFB436B7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15" y="3550920"/>
            <a:ext cx="4115385" cy="29187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2F6688-4210-54D7-1FA6-C533B092D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1" y="3550920"/>
            <a:ext cx="4115383" cy="257524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HTTP</a:t>
            </a:r>
            <a:r>
              <a:rPr lang="en-IN" dirty="0"/>
              <a:t> and HTTPS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HyperText</a:t>
            </a:r>
            <a:r>
              <a:rPr dirty="0"/>
              <a:t> Transfer Protocol</a:t>
            </a:r>
          </a:p>
          <a:p>
            <a:r>
              <a:rPr dirty="0"/>
              <a:t>Rulebook for communication</a:t>
            </a:r>
          </a:p>
          <a:p>
            <a:r>
              <a:rPr dirty="0"/>
              <a:t>Stateless protocol</a:t>
            </a:r>
          </a:p>
          <a:p>
            <a:r>
              <a:rPr dirty="0"/>
              <a:t>Uses request &amp; response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B32C9-7CA2-3F92-4B6B-937A20BD6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Overview of HTTP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AFC1FC7-B544-9989-7A45-1724949B37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565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HTTP Request–Response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→ HTTP Request → Server</a:t>
            </a:r>
          </a:p>
          <a:p>
            <a:r>
              <a:t>Client ← HTTP Response ← Server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42B67A-A8BF-39D9-0197-86882F329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20" y="3097161"/>
            <a:ext cx="8849960" cy="363793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 Request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7690"/>
            <a:ext cx="8229600" cy="4818473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 </a:t>
            </a:r>
            <a:r>
              <a:rPr lang="en-IN" dirty="0"/>
              <a:t>HTTP requests are messages sent by the client to initiate an action to the server</a:t>
            </a:r>
          </a:p>
          <a:p>
            <a:r>
              <a:rPr lang="en-IN" dirty="0"/>
              <a:t>HTTP request includes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FF0000"/>
                </a:solidFill>
              </a:rPr>
              <a:t>Start Line 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IN" sz="2400" b="1" dirty="0">
                <a:solidFill>
                  <a:srgbClr val="0070C0"/>
                </a:solidFill>
              </a:rPr>
              <a:t>URL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rgbClr val="0070C0"/>
                </a:solidFill>
              </a:rPr>
              <a:t>HTTP Method</a:t>
            </a:r>
            <a:r>
              <a:rPr lang="en-IN" dirty="0"/>
              <a:t>	</a:t>
            </a:r>
          </a:p>
          <a:p>
            <a:pPr lvl="4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00B050"/>
                </a:solidFill>
              </a:rPr>
              <a:t>GET</a:t>
            </a:r>
          </a:p>
          <a:p>
            <a:pPr lvl="4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00B050"/>
                </a:solidFill>
              </a:rPr>
              <a:t>POST</a:t>
            </a:r>
          </a:p>
          <a:p>
            <a:pPr lvl="4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00B050"/>
                </a:solidFill>
              </a:rPr>
              <a:t>PUT</a:t>
            </a:r>
          </a:p>
          <a:p>
            <a:pPr lvl="4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00B050"/>
                </a:solidFill>
              </a:rPr>
              <a:t>DELETE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rgbClr val="0070C0"/>
                </a:solidFill>
              </a:rPr>
              <a:t>HTTP Version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FF0000"/>
                </a:solidFill>
              </a:rPr>
              <a:t>Headers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FF0000"/>
                </a:solidFill>
              </a:rPr>
              <a:t>Body</a:t>
            </a:r>
            <a:endParaRPr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4A8EF-79E0-61AA-A6E3-0C9AA159F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40DBA-8CCB-9DB8-ED86-D7DE8933D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HTTP Responses are messages sent by the server as an answer to the client requests.</a:t>
            </a:r>
          </a:p>
          <a:p>
            <a:r>
              <a:rPr lang="en-IN" dirty="0"/>
              <a:t>HTTP Response includes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00B0F0"/>
                </a:solidFill>
              </a:rPr>
              <a:t>Status Line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FF0000"/>
                </a:solidFill>
              </a:rPr>
              <a:t>HTTP version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FF0000"/>
                </a:solidFill>
              </a:rPr>
              <a:t>Status Code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70C0"/>
                </a:solidFill>
              </a:rPr>
              <a:t>1XX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70C0"/>
                </a:solidFill>
              </a:rPr>
              <a:t>2XX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70C0"/>
                </a:solidFill>
              </a:rPr>
              <a:t>3XX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70C0"/>
                </a:solidFill>
              </a:rPr>
              <a:t>4XX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70C0"/>
                </a:solidFill>
              </a:rPr>
              <a:t>5XX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FF0000"/>
                </a:solidFill>
              </a:rPr>
              <a:t>Status Test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00B0F0"/>
                </a:solidFill>
              </a:rPr>
              <a:t>Headers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00B0F0"/>
                </a:solidFill>
              </a:rPr>
              <a:t>Body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2237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96815-B289-5950-CB4E-981DC48ED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Status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4F173-6872-55BB-A2E9-1A37CE201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pPr lvl="1"/>
            <a:r>
              <a:rPr lang="en-IN" dirty="0">
                <a:solidFill>
                  <a:schemeClr val="tx2"/>
                </a:solidFill>
              </a:rPr>
              <a:t>200  		OK</a:t>
            </a:r>
          </a:p>
          <a:p>
            <a:pPr lvl="1"/>
            <a:r>
              <a:rPr lang="en-IN" dirty="0">
                <a:solidFill>
                  <a:schemeClr val="tx2"/>
                </a:solidFill>
              </a:rPr>
              <a:t>204			No response</a:t>
            </a:r>
          </a:p>
          <a:p>
            <a:pPr lvl="1"/>
            <a:r>
              <a:rPr lang="en-IN" dirty="0">
                <a:solidFill>
                  <a:schemeClr val="tx2"/>
                </a:solidFill>
              </a:rPr>
              <a:t>301 			Moved permanently</a:t>
            </a:r>
          </a:p>
          <a:p>
            <a:pPr lvl="1"/>
            <a:r>
              <a:rPr lang="en-IN" dirty="0">
                <a:solidFill>
                  <a:schemeClr val="tx2"/>
                </a:solidFill>
              </a:rPr>
              <a:t>401			Unauthorized</a:t>
            </a:r>
          </a:p>
          <a:p>
            <a:pPr lvl="1"/>
            <a:r>
              <a:rPr lang="en-IN" dirty="0">
                <a:solidFill>
                  <a:schemeClr val="tx2"/>
                </a:solidFill>
              </a:rPr>
              <a:t>403			Forbidden</a:t>
            </a:r>
          </a:p>
          <a:p>
            <a:pPr lvl="1"/>
            <a:r>
              <a:rPr lang="en-IN" dirty="0">
                <a:solidFill>
                  <a:schemeClr val="tx2"/>
                </a:solidFill>
              </a:rPr>
              <a:t>404			Not Found</a:t>
            </a:r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3327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HTTPS is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Protects passwords</a:t>
            </a:r>
          </a:p>
          <a:p>
            <a:r>
              <a:rPr dirty="0"/>
              <a:t> Secure payments</a:t>
            </a:r>
          </a:p>
          <a:p>
            <a:r>
              <a:rPr dirty="0"/>
              <a:t> Mandatory for modern websites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C62874-E0AD-A1FB-409C-222885B71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78" y="3429000"/>
            <a:ext cx="8916644" cy="335525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15AD8-1F95-A5FD-14D6-44F24B3BA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6A16F-38F9-E28E-8854-BAB55AC88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Front End Development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sz="2800" dirty="0"/>
              <a:t>Technologies : HTML, CSS, javascript</a:t>
            </a:r>
          </a:p>
          <a:p>
            <a:pPr marL="0" indent="0">
              <a:buNone/>
            </a:pPr>
            <a:r>
              <a:rPr lang="en-IN" sz="2800" dirty="0"/>
              <a:t>	javascript Frameworks : react.js, Angular, Vue.js</a:t>
            </a:r>
          </a:p>
          <a:p>
            <a:endParaRPr lang="en-IN" dirty="0"/>
          </a:p>
          <a:p>
            <a:r>
              <a:rPr lang="en-IN" dirty="0"/>
              <a:t>Back End Development</a:t>
            </a:r>
          </a:p>
          <a:p>
            <a:endParaRPr lang="en-IN" dirty="0"/>
          </a:p>
          <a:p>
            <a:r>
              <a:rPr lang="en-IN" dirty="0"/>
              <a:t>	Full Stack Development</a:t>
            </a:r>
          </a:p>
        </p:txBody>
      </p:sp>
    </p:spTree>
    <p:extLst>
      <p:ext uri="{BB962C8B-B14F-4D97-AF65-F5344CB8AC3E}">
        <p14:creationId xmlns:p14="http://schemas.microsoft.com/office/powerpoint/2010/main" val="20401023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4557-0A64-C3A9-42FC-7F5DD72C5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Back-end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6FF64-26E2-524F-7CE7-9D6D46919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Back-end development handles server-side logic:</a:t>
            </a:r>
          </a:p>
          <a:p>
            <a:r>
              <a:rPr lang="en-IN" dirty="0"/>
              <a:t>👉 processing requests</a:t>
            </a:r>
          </a:p>
          <a:p>
            <a:r>
              <a:rPr lang="en-IN" dirty="0"/>
              <a:t>👉 interacting with databases</a:t>
            </a:r>
          </a:p>
          <a:p>
            <a:r>
              <a:rPr lang="en-IN" dirty="0"/>
              <a:t>👉 authentication &amp; authorization</a:t>
            </a:r>
          </a:p>
          <a:p>
            <a:r>
              <a:rPr lang="en-IN" dirty="0"/>
              <a:t>👉 business logic</a:t>
            </a:r>
          </a:p>
          <a:p>
            <a:r>
              <a:rPr lang="en-IN" dirty="0"/>
              <a:t>👉 APIs that connect front end ↔ </a:t>
            </a:r>
            <a:r>
              <a:rPr lang="en-IN" dirty="0" err="1"/>
              <a:t>databaseB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7255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738C9-8F55-F7F8-1D9C-569C901A4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Back-end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04894-B818-D996-99D5-F68695F2D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1. </a:t>
            </a:r>
            <a:r>
              <a:rPr lang="en-IN" dirty="0">
                <a:solidFill>
                  <a:srgbClr val="00B0F0"/>
                </a:solidFill>
              </a:rPr>
              <a:t>Technologies:</a:t>
            </a:r>
            <a:r>
              <a:rPr lang="en-IN" dirty="0"/>
              <a:t> java, python, javascript, </a:t>
            </a:r>
            <a:r>
              <a:rPr lang="en-IN" dirty="0" err="1"/>
              <a:t>php</a:t>
            </a:r>
            <a:r>
              <a:rPr lang="en-IN" dirty="0"/>
              <a:t>, </a:t>
            </a:r>
            <a:r>
              <a:rPr lang="en-IN" dirty="0" err="1"/>
              <a:t>c#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2. </a:t>
            </a:r>
            <a:r>
              <a:rPr lang="en-IN" dirty="0">
                <a:solidFill>
                  <a:srgbClr val="00B0F0"/>
                </a:solidFill>
              </a:rPr>
              <a:t>Frameworks : </a:t>
            </a:r>
            <a:r>
              <a:rPr lang="en-IN" dirty="0" err="1"/>
              <a:t>Springboot</a:t>
            </a:r>
            <a:r>
              <a:rPr lang="en-IN" dirty="0"/>
              <a:t>, Hibernate, Django, Flask, Express.js, </a:t>
            </a:r>
            <a:r>
              <a:rPr lang="en-IN" dirty="0" err="1"/>
              <a:t>NetJs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3. MYSQL, SQL Server, MongoDB, Cassandra</a:t>
            </a:r>
          </a:p>
          <a:p>
            <a:pPr marL="0" indent="0">
              <a:buNone/>
            </a:pPr>
            <a:r>
              <a:rPr lang="en-IN" dirty="0"/>
              <a:t>4. </a:t>
            </a:r>
            <a:r>
              <a:rPr lang="en-IN" dirty="0">
                <a:solidFill>
                  <a:srgbClr val="00B0F0"/>
                </a:solidFill>
              </a:rPr>
              <a:t>API &amp; Communication : </a:t>
            </a:r>
            <a:r>
              <a:rPr lang="en-IN" dirty="0"/>
              <a:t>REST API, SOAP, </a:t>
            </a:r>
            <a:r>
              <a:rPr lang="en-IN" dirty="0" err="1"/>
              <a:t>GraphQL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5.</a:t>
            </a:r>
            <a:r>
              <a:rPr lang="en-IN" dirty="0">
                <a:solidFill>
                  <a:srgbClr val="00B0F0"/>
                </a:solidFill>
              </a:rPr>
              <a:t>Authorization &amp; Security:  </a:t>
            </a:r>
            <a:r>
              <a:rPr lang="en-IN" dirty="0"/>
              <a:t>JSON web Tokens, HTTPS.</a:t>
            </a:r>
          </a:p>
          <a:p>
            <a:pPr marL="0" indent="0">
              <a:buNone/>
            </a:pPr>
            <a:r>
              <a:rPr lang="en-IN" dirty="0"/>
              <a:t>6. </a:t>
            </a:r>
            <a:r>
              <a:rPr lang="en-IN" dirty="0">
                <a:solidFill>
                  <a:srgbClr val="00B0F0"/>
                </a:solidFill>
              </a:rPr>
              <a:t>Servers &amp; Deployment</a:t>
            </a:r>
            <a:r>
              <a:rPr lang="en-IN" dirty="0"/>
              <a:t>: Web server – Apache, Containers –Docker, Cloud platforms – AWS, IBM, Azure,</a:t>
            </a:r>
          </a:p>
          <a:p>
            <a:pPr marL="0" indent="0">
              <a:buNone/>
            </a:pPr>
            <a:r>
              <a:rPr lang="en-IN" dirty="0"/>
              <a:t>CI/CD – GitHub Actions, Jenkins</a:t>
            </a:r>
          </a:p>
          <a:p>
            <a:pPr marL="0" indent="0">
              <a:buNone/>
            </a:pPr>
            <a:r>
              <a:rPr lang="en-IN" dirty="0"/>
              <a:t>7. </a:t>
            </a:r>
            <a:r>
              <a:rPr lang="en-IN" dirty="0">
                <a:solidFill>
                  <a:srgbClr val="00B0F0"/>
                </a:solidFill>
              </a:rPr>
              <a:t>Version Control and Code Management</a:t>
            </a:r>
            <a:r>
              <a:rPr lang="en-IN" dirty="0"/>
              <a:t>: Git, GitHub, postman (API Testing), Swagger(API Documentation)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087459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E6CA0-7046-80D3-1722-DCD054DDA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Responsive Web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0FD47-FE93-DA87-F7B4-4F02530E0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8194"/>
            <a:ext cx="8229600" cy="5305168"/>
          </a:xfrm>
        </p:spPr>
        <p:txBody>
          <a:bodyPr>
            <a:normAutofit/>
          </a:bodyPr>
          <a:lstStyle/>
          <a:p>
            <a:r>
              <a:rPr lang="en-US" sz="2800" dirty="0"/>
              <a:t>Responsive web development ensures that </a:t>
            </a:r>
            <a:r>
              <a:rPr lang="en-US" sz="2800" b="1" dirty="0"/>
              <a:t>the same webpage layout adapts automatically</a:t>
            </a:r>
            <a:r>
              <a:rPr lang="en-US" sz="2800" dirty="0"/>
              <a:t> to different screen sizes (mobile, tablet, desktop).</a:t>
            </a:r>
            <a:endParaRPr lang="en-IN" sz="2800" dirty="0"/>
          </a:p>
        </p:txBody>
      </p:sp>
      <p:pic>
        <p:nvPicPr>
          <p:cNvPr id="1026" name="Picture 2" descr="What are Media Queries and how do they work? - Seobility Wiki">
            <a:extLst>
              <a:ext uri="{FF2B5EF4-FFF2-40B4-BE49-F238E27FC236}">
                <a16:creationId xmlns:a16="http://schemas.microsoft.com/office/drawing/2014/main" id="{1F414184-B58C-8672-967D-F5160F66D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2743200"/>
            <a:ext cx="82296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6899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B13E3-9D0D-A9FA-806B-8355F776B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D5F12-9B58-BFEE-6389-7142A7BBE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CSS Media Queries</a:t>
            </a:r>
          </a:p>
          <a:p>
            <a:endParaRPr lang="en-IN" dirty="0"/>
          </a:p>
          <a:p>
            <a:r>
              <a:rPr lang="en-IN" dirty="0"/>
              <a:t>Flexible grids (Flexbox, CSS Grid)</a:t>
            </a:r>
          </a:p>
          <a:p>
            <a:endParaRPr lang="en-IN" dirty="0"/>
          </a:p>
          <a:p>
            <a:r>
              <a:rPr lang="en-IN" dirty="0"/>
              <a:t>Relative units (% , </a:t>
            </a:r>
            <a:r>
              <a:rPr lang="en-IN" dirty="0" err="1"/>
              <a:t>vw</a:t>
            </a:r>
            <a:r>
              <a:rPr lang="en-IN" dirty="0"/>
              <a:t>, </a:t>
            </a:r>
            <a:r>
              <a:rPr lang="en-IN" dirty="0" err="1"/>
              <a:t>vh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080914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C8A7D-EE9D-1A17-2F81-B5858A795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Dynamic Web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5AB18-6402-8B38-18E4-9CBB8ACC0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web design creates webpages where content changes based on user actions, data, or time.</a:t>
            </a:r>
          </a:p>
          <a:p>
            <a:r>
              <a:rPr lang="en-IN" dirty="0"/>
              <a:t>Technologies Used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sz="2800" dirty="0"/>
              <a:t>JavaScript (DOM, AJAX)</a:t>
            </a:r>
          </a:p>
          <a:p>
            <a:pPr marL="0" indent="0">
              <a:buNone/>
            </a:pPr>
            <a:r>
              <a:rPr lang="en-IN" sz="2800" dirty="0"/>
              <a:t>		Server-side languages (PHP, Node.js, Python)</a:t>
            </a:r>
          </a:p>
          <a:p>
            <a:pPr marL="0" indent="0">
              <a:buNone/>
            </a:pPr>
            <a:r>
              <a:rPr lang="en-IN" sz="2800" dirty="0"/>
              <a:t>		Databases (MySQL, MongoDB)</a:t>
            </a:r>
          </a:p>
        </p:txBody>
      </p:sp>
    </p:spTree>
    <p:extLst>
      <p:ext uri="{BB962C8B-B14F-4D97-AF65-F5344CB8AC3E}">
        <p14:creationId xmlns:p14="http://schemas.microsoft.com/office/powerpoint/2010/main" val="2591551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960</Words>
  <Application>Microsoft Office PowerPoint</Application>
  <PresentationFormat>On-screen Show (4:3)</PresentationFormat>
  <Paragraphs>174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Arial Black</vt:lpstr>
      <vt:lpstr>Calibri</vt:lpstr>
      <vt:lpstr>Wingdings</vt:lpstr>
      <vt:lpstr>Office Theme</vt:lpstr>
      <vt:lpstr>PowerPoint Presentation</vt:lpstr>
      <vt:lpstr>PowerPoint Presentation</vt:lpstr>
      <vt:lpstr>Session Objectives</vt:lpstr>
      <vt:lpstr>What is the Internet?</vt:lpstr>
      <vt:lpstr>What is the Internet?</vt:lpstr>
      <vt:lpstr>What is the Internet?</vt:lpstr>
      <vt:lpstr>What is the Internet?</vt:lpstr>
      <vt:lpstr>IP Address / Domain Name</vt:lpstr>
      <vt:lpstr>Client – Server Model</vt:lpstr>
      <vt:lpstr>Internet vs World Wide Web</vt:lpstr>
      <vt:lpstr>Web Fundamentals</vt:lpstr>
      <vt:lpstr>Web Fundamentals</vt:lpstr>
      <vt:lpstr>URL</vt:lpstr>
      <vt:lpstr>Client – Server Model</vt:lpstr>
      <vt:lpstr>What is HTTP and HTTPS?</vt:lpstr>
      <vt:lpstr>Overview of HTTP</vt:lpstr>
      <vt:lpstr>HTTP Request–Response</vt:lpstr>
      <vt:lpstr>HTTP Request</vt:lpstr>
      <vt:lpstr>HTTP Response</vt:lpstr>
      <vt:lpstr>Status Text</vt:lpstr>
      <vt:lpstr>Why HTTPS is Important?</vt:lpstr>
      <vt:lpstr>Application Development</vt:lpstr>
      <vt:lpstr>Back-end development</vt:lpstr>
      <vt:lpstr>Back-end Technologies</vt:lpstr>
      <vt:lpstr>Responsive Web Development</vt:lpstr>
      <vt:lpstr>Technologies used</vt:lpstr>
      <vt:lpstr>Dynamic Web Development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Erakasani Lakshmi Prasanna</dc:creator>
  <cp:keywords/>
  <dc:description>generated using python-pptx</dc:description>
  <cp:lastModifiedBy>Erakasani Lakshmi Prasanna</cp:lastModifiedBy>
  <cp:revision>3</cp:revision>
  <dcterms:created xsi:type="dcterms:W3CDTF">2013-01-27T09:14:16Z</dcterms:created>
  <dcterms:modified xsi:type="dcterms:W3CDTF">2026-01-02T17:07:25Z</dcterms:modified>
  <cp:category/>
</cp:coreProperties>
</file>